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media/image2.png" ContentType="image/png"/>
  <Override PartName="/ppt/media/image3.jpeg" ContentType="image/jpeg"/>
  <Override PartName="/ppt/media/image4.png" ContentType="image/png"/>
  <Override PartName="/ppt/media/image5.png" ContentType="image/png"/>
  <Override PartName="/ppt/media/image1.png" ContentType="image/png"/>
  <Override PartName="/ppt/media/image6.png" ContentType="image/png"/>
  <Override PartName="/ppt/media/image7.png" ContentType="image/png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5" r:id="rId5"/>
    <p:sldMasterId id="2147483657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157400" y="494640"/>
            <a:ext cx="5126400" cy="105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157400" y="494640"/>
            <a:ext cx="5126400" cy="105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1157400" y="494640"/>
            <a:ext cx="5126400" cy="105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-3255120" y="-2760840"/>
            <a:ext cx="10039680" cy="6731280"/>
            <a:chOff x="-3255120" y="-2760840"/>
            <a:chExt cx="10039680" cy="6731280"/>
          </a:xfrm>
        </p:grpSpPr>
        <p:grpSp>
          <p:nvGrpSpPr>
            <p:cNvPr id="3" name="Google Shape;10;p2"/>
            <p:cNvGrpSpPr/>
            <p:nvPr/>
          </p:nvGrpSpPr>
          <p:grpSpPr>
            <a:xfrm>
              <a:off x="-3255120" y="-2760840"/>
              <a:ext cx="6563880" cy="6731280"/>
              <a:chOff x="-3255120" y="-2760840"/>
              <a:chExt cx="6563880" cy="6731280"/>
            </a:xfrm>
          </p:grpSpPr>
          <p:sp>
            <p:nvSpPr>
              <p:cNvPr id="4" name="Google Shape;11;p2"/>
              <p:cNvSpPr/>
              <p:nvPr/>
            </p:nvSpPr>
            <p:spPr>
              <a:xfrm rot="10221600">
                <a:off x="-1132920" y="-721440"/>
                <a:ext cx="3045240" cy="2637000"/>
              </a:xfrm>
              <a:custGeom>
                <a:avLst/>
                <a:gdLst>
                  <a:gd name="textAreaLeft" fmla="*/ 0 w 3045240"/>
                  <a:gd name="textAreaRight" fmla="*/ 3045600 w 3045240"/>
                  <a:gd name="textAreaTop" fmla="*/ 0 h 2637000"/>
                  <a:gd name="textAreaBottom" fmla="*/ 2637360 h 26370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0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pic>
            <p:nvPicPr>
              <p:cNvPr id="5" name="Google Shape;12;p2" descr=""/>
              <p:cNvPicPr/>
              <p:nvPr/>
            </p:nvPicPr>
            <p:blipFill>
              <a:blip r:embed="rId2"/>
              <a:srcRect l="0" t="17653" r="0" b="17662"/>
              <a:stretch/>
            </p:blipFill>
            <p:spPr>
              <a:xfrm rot="13821600">
                <a:off x="-2650680" y="-1438560"/>
                <a:ext cx="5355360" cy="40870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6" name="Google Shape;13;p2"/>
            <p:cNvSpPr/>
            <p:nvPr/>
          </p:nvSpPr>
          <p:spPr>
            <a:xfrm>
              <a:off x="-441720" y="-33984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4;p2"/>
            <p:cNvSpPr/>
            <p:nvPr/>
          </p:nvSpPr>
          <p:spPr>
            <a:xfrm rot="2700000">
              <a:off x="765720" y="-237348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-353880" y="-534240"/>
              <a:ext cx="7138440" cy="819000"/>
            </a:xfrm>
            <a:custGeom>
              <a:avLst/>
              <a:gdLst>
                <a:gd name="textAreaLeft" fmla="*/ 0 w 7138440"/>
                <a:gd name="textAreaRight" fmla="*/ 7138800 w 7138440"/>
                <a:gd name="textAreaTop" fmla="*/ 0 h 819000"/>
                <a:gd name="textAreaBottom" fmla="*/ 819360 h 819000"/>
              </a:gdLst>
              <a:ahLst/>
              <a:cxnLst/>
              <a:rect l="textAreaLeft" t="textAreaTop" r="textAreaRight" b="textAreaBottom"/>
              <a:pathLst>
                <a:path w="285545" h="32774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>
              <a:solidFill>
                <a:srgbClr val="0c0a9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 rot="5400000">
              <a:off x="958680" y="-1418760"/>
              <a:ext cx="577080" cy="3045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3045240"/>
                <a:gd name="textAreaBottom" fmla="*/ 3045600 h 3045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 rot="5400000">
              <a:off x="502200" y="-954360"/>
              <a:ext cx="686880" cy="2730960"/>
            </a:xfrm>
            <a:custGeom>
              <a:avLst/>
              <a:gdLst>
                <a:gd name="textAreaLeft" fmla="*/ 0 w 686880"/>
                <a:gd name="textAreaRight" fmla="*/ 687240 w 686880"/>
                <a:gd name="textAreaTop" fmla="*/ 0 h 2730960"/>
                <a:gd name="textAreaBottom" fmla="*/ 2731320 h 2730960"/>
              </a:gdLst>
              <a:ahLst/>
              <a:cxnLst/>
              <a:rect l="textAreaLeft" t="textAreaTop" r="textAreaRight" b="textAreaBottom"/>
              <a:pathLst>
                <a:path w="16760" h="4318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1" name="Google Shape;18;p2"/>
            <p:cNvGrpSpPr/>
            <p:nvPr/>
          </p:nvGrpSpPr>
          <p:grpSpPr>
            <a:xfrm>
              <a:off x="4294080" y="218160"/>
              <a:ext cx="133560" cy="133560"/>
              <a:chOff x="4294080" y="218160"/>
              <a:chExt cx="133560" cy="133560"/>
            </a:xfrm>
          </p:grpSpPr>
          <p:sp>
            <p:nvSpPr>
              <p:cNvPr id="12" name="Google Shape;19;p2"/>
              <p:cNvSpPr/>
              <p:nvPr/>
            </p:nvSpPr>
            <p:spPr>
              <a:xfrm flipH="1">
                <a:off x="4293720" y="21816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6960" bIns="66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" name="Google Shape;20;p2"/>
              <p:cNvSpPr/>
              <p:nvPr/>
            </p:nvSpPr>
            <p:spPr>
              <a:xfrm flipH="1">
                <a:off x="4321440" y="24876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360" bIns="36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" name="Google Shape;21;p2"/>
            <p:cNvGrpSpPr/>
            <p:nvPr/>
          </p:nvGrpSpPr>
          <p:grpSpPr>
            <a:xfrm>
              <a:off x="1220760" y="521640"/>
              <a:ext cx="133560" cy="133560"/>
              <a:chOff x="1220760" y="521640"/>
              <a:chExt cx="133560" cy="133560"/>
            </a:xfrm>
          </p:grpSpPr>
          <p:sp>
            <p:nvSpPr>
              <p:cNvPr id="15" name="Google Shape;22;p2"/>
              <p:cNvSpPr/>
              <p:nvPr/>
            </p:nvSpPr>
            <p:spPr>
              <a:xfrm flipH="1">
                <a:off x="1220400" y="5216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6960" bIns="66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" name="Google Shape;23;p2"/>
              <p:cNvSpPr/>
              <p:nvPr/>
            </p:nvSpPr>
            <p:spPr>
              <a:xfrm flipH="1">
                <a:off x="1248120" y="55188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360" bIns="36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7" name="Google Shape;24;p2"/>
            <p:cNvGrpSpPr/>
            <p:nvPr/>
          </p:nvGrpSpPr>
          <p:grpSpPr>
            <a:xfrm>
              <a:off x="934200" y="784440"/>
              <a:ext cx="133560" cy="133560"/>
              <a:chOff x="934200" y="784440"/>
              <a:chExt cx="133560" cy="133560"/>
            </a:xfrm>
          </p:grpSpPr>
          <p:sp>
            <p:nvSpPr>
              <p:cNvPr id="18" name="Google Shape;25;p2"/>
              <p:cNvSpPr/>
              <p:nvPr/>
            </p:nvSpPr>
            <p:spPr>
              <a:xfrm flipH="1">
                <a:off x="933840" y="7844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6960" bIns="66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" name="Google Shape;26;p2"/>
              <p:cNvSpPr/>
              <p:nvPr/>
            </p:nvSpPr>
            <p:spPr>
              <a:xfrm flipH="1">
                <a:off x="961200" y="8150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360" bIns="36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" name="Google Shape;27;p2"/>
            <p:cNvGrpSpPr/>
            <p:nvPr/>
          </p:nvGrpSpPr>
          <p:grpSpPr>
            <a:xfrm>
              <a:off x="124920" y="784440"/>
              <a:ext cx="133560" cy="133560"/>
              <a:chOff x="124920" y="784440"/>
              <a:chExt cx="133560" cy="133560"/>
            </a:xfrm>
          </p:grpSpPr>
          <p:sp>
            <p:nvSpPr>
              <p:cNvPr id="21" name="Google Shape;28;p2"/>
              <p:cNvSpPr/>
              <p:nvPr/>
            </p:nvSpPr>
            <p:spPr>
              <a:xfrm flipH="1">
                <a:off x="124560" y="7844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6960" bIns="66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" name="Google Shape;29;p2"/>
              <p:cNvSpPr/>
              <p:nvPr/>
            </p:nvSpPr>
            <p:spPr>
              <a:xfrm flipH="1">
                <a:off x="152280" y="8150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360" bIns="36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3" name="Google Shape;30;p2"/>
            <p:cNvGrpSpPr/>
            <p:nvPr/>
          </p:nvGrpSpPr>
          <p:grpSpPr>
            <a:xfrm>
              <a:off x="124920" y="467640"/>
              <a:ext cx="133560" cy="133560"/>
              <a:chOff x="124920" y="467640"/>
              <a:chExt cx="133560" cy="133560"/>
            </a:xfrm>
          </p:grpSpPr>
          <p:sp>
            <p:nvSpPr>
              <p:cNvPr id="24" name="Google Shape;31;p2"/>
              <p:cNvSpPr/>
              <p:nvPr/>
            </p:nvSpPr>
            <p:spPr>
              <a:xfrm flipH="1">
                <a:off x="124560" y="4676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6960" bIns="66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" name="Google Shape;32;p2"/>
              <p:cNvSpPr/>
              <p:nvPr/>
            </p:nvSpPr>
            <p:spPr>
              <a:xfrm flipH="1">
                <a:off x="152280" y="4982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360" bIns="36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6" name="Google Shape;33;p2"/>
          <p:cNvGrpSpPr/>
          <p:nvPr/>
        </p:nvGrpSpPr>
        <p:grpSpPr>
          <a:xfrm>
            <a:off x="6385680" y="3039840"/>
            <a:ext cx="3920040" cy="3213360"/>
            <a:chOff x="6385680" y="3039840"/>
            <a:chExt cx="3920040" cy="3213360"/>
          </a:xfrm>
        </p:grpSpPr>
        <p:pic>
          <p:nvPicPr>
            <p:cNvPr id="27" name="Google Shape;34;p2" descr="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>
              <a:off x="6385680" y="326124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8" name="Google Shape;35;p2"/>
            <p:cNvSpPr/>
            <p:nvPr/>
          </p:nvSpPr>
          <p:spPr>
            <a:xfrm rot="10800000">
              <a:off x="7612200" y="313812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6;p2"/>
            <p:cNvSpPr/>
            <p:nvPr/>
          </p:nvSpPr>
          <p:spPr>
            <a:xfrm rot="10800000">
              <a:off x="7771320" y="31388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0" name="Google Shape;37;p2"/>
            <p:cNvGrpSpPr/>
            <p:nvPr/>
          </p:nvGrpSpPr>
          <p:grpSpPr>
            <a:xfrm>
              <a:off x="7356600" y="3916440"/>
              <a:ext cx="581760" cy="582120"/>
              <a:chOff x="7356600" y="3916440"/>
              <a:chExt cx="581760" cy="582120"/>
            </a:xfrm>
          </p:grpSpPr>
          <p:sp>
            <p:nvSpPr>
              <p:cNvPr id="31" name="Google Shape;38;p2"/>
              <p:cNvSpPr/>
              <p:nvPr/>
            </p:nvSpPr>
            <p:spPr>
              <a:xfrm>
                <a:off x="7356600" y="437544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" name="Google Shape;39;p2"/>
              <p:cNvSpPr/>
              <p:nvPr/>
            </p:nvSpPr>
            <p:spPr>
              <a:xfrm>
                <a:off x="7432920" y="429876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920" bIns="61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" name="Google Shape;40;p2"/>
              <p:cNvSpPr/>
              <p:nvPr/>
            </p:nvSpPr>
            <p:spPr>
              <a:xfrm>
                <a:off x="7509240" y="422244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" name="Google Shape;41;p2"/>
              <p:cNvSpPr/>
              <p:nvPr/>
            </p:nvSpPr>
            <p:spPr>
              <a:xfrm>
                <a:off x="7585560" y="414612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" name="Google Shape;42;p2"/>
              <p:cNvSpPr/>
              <p:nvPr/>
            </p:nvSpPr>
            <p:spPr>
              <a:xfrm>
                <a:off x="7662600" y="406980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" name="Google Shape;43;p2"/>
              <p:cNvSpPr/>
              <p:nvPr/>
            </p:nvSpPr>
            <p:spPr>
              <a:xfrm>
                <a:off x="7738560" y="399312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" name="Google Shape;44;p2"/>
              <p:cNvSpPr/>
              <p:nvPr/>
            </p:nvSpPr>
            <p:spPr>
              <a:xfrm>
                <a:off x="7815240" y="391644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920" bIns="61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8" name="Google Shape;45;p2"/>
            <p:cNvSpPr/>
            <p:nvPr/>
          </p:nvSpPr>
          <p:spPr>
            <a:xfrm>
              <a:off x="8506800" y="3039840"/>
              <a:ext cx="480600" cy="475560"/>
            </a:xfrm>
            <a:custGeom>
              <a:avLst/>
              <a:gdLst>
                <a:gd name="textAreaLeft" fmla="*/ 0 w 480600"/>
                <a:gd name="textAreaRight" fmla="*/ 480960 w 480600"/>
                <a:gd name="textAreaTop" fmla="*/ 0 h 475560"/>
                <a:gd name="textAreaBottom" fmla="*/ 475920 h 47556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9" name="Google Shape;46;p2"/>
            <p:cNvGrpSpPr/>
            <p:nvPr/>
          </p:nvGrpSpPr>
          <p:grpSpPr>
            <a:xfrm>
              <a:off x="8413920" y="3689280"/>
              <a:ext cx="699840" cy="1650600"/>
              <a:chOff x="8413920" y="3689280"/>
              <a:chExt cx="699840" cy="1650600"/>
            </a:xfrm>
          </p:grpSpPr>
          <p:sp>
            <p:nvSpPr>
              <p:cNvPr id="40" name="Google Shape;47;p2"/>
              <p:cNvSpPr/>
              <p:nvPr/>
            </p:nvSpPr>
            <p:spPr>
              <a:xfrm>
                <a:off x="8413920" y="368928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" name="Google Shape;48;p2"/>
              <p:cNvSpPr/>
              <p:nvPr/>
            </p:nvSpPr>
            <p:spPr>
              <a:xfrm>
                <a:off x="8774640" y="411336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" name="Google Shape;49;p2"/>
              <p:cNvSpPr/>
              <p:nvPr/>
            </p:nvSpPr>
            <p:spPr>
              <a:xfrm>
                <a:off x="8867160" y="402048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3" name="Google Shape;50;p2"/>
            <p:cNvGrpSpPr/>
            <p:nvPr/>
          </p:nvGrpSpPr>
          <p:grpSpPr>
            <a:xfrm>
              <a:off x="8021520" y="4498560"/>
              <a:ext cx="904320" cy="725760"/>
              <a:chOff x="8021520" y="4498560"/>
              <a:chExt cx="904320" cy="725760"/>
            </a:xfrm>
          </p:grpSpPr>
          <p:sp>
            <p:nvSpPr>
              <p:cNvPr id="44" name="Google Shape;51;p2"/>
              <p:cNvSpPr/>
              <p:nvPr/>
            </p:nvSpPr>
            <p:spPr>
              <a:xfrm>
                <a:off x="8253000" y="464184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" name="Google Shape;52;p2"/>
              <p:cNvSpPr/>
              <p:nvPr/>
            </p:nvSpPr>
            <p:spPr>
              <a:xfrm>
                <a:off x="8240400" y="44985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" name="Google Shape;53;p2"/>
              <p:cNvSpPr/>
              <p:nvPr/>
            </p:nvSpPr>
            <p:spPr>
              <a:xfrm>
                <a:off x="8021520" y="46418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096920" y="816480"/>
            <a:ext cx="6974280" cy="232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8" name="Google Shape;56;p2"/>
          <p:cNvGrpSpPr/>
          <p:nvPr/>
        </p:nvGrpSpPr>
        <p:grpSpPr>
          <a:xfrm>
            <a:off x="-309600" y="3618000"/>
            <a:ext cx="1447920" cy="2238120"/>
            <a:chOff x="-309600" y="3618000"/>
            <a:chExt cx="1447920" cy="2238120"/>
          </a:xfrm>
        </p:grpSpPr>
        <p:grpSp>
          <p:nvGrpSpPr>
            <p:cNvPr id="49" name="Google Shape;57;p2"/>
            <p:cNvGrpSpPr/>
            <p:nvPr/>
          </p:nvGrpSpPr>
          <p:grpSpPr>
            <a:xfrm>
              <a:off x="-276480" y="3870720"/>
              <a:ext cx="981360" cy="1985400"/>
              <a:chOff x="-276480" y="3870720"/>
              <a:chExt cx="981360" cy="1985400"/>
            </a:xfrm>
          </p:grpSpPr>
          <p:sp>
            <p:nvSpPr>
              <p:cNvPr id="50" name="Google Shape;58;p2"/>
              <p:cNvSpPr/>
              <p:nvPr/>
            </p:nvSpPr>
            <p:spPr>
              <a:xfrm rot="10800000">
                <a:off x="-276120" y="387072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" name="Google Shape;59;p2"/>
              <p:cNvSpPr/>
              <p:nvPr/>
            </p:nvSpPr>
            <p:spPr>
              <a:xfrm rot="10800000">
                <a:off x="-138960" y="387108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2" name="Google Shape;60;p2"/>
            <p:cNvGrpSpPr/>
            <p:nvPr/>
          </p:nvGrpSpPr>
          <p:grpSpPr>
            <a:xfrm>
              <a:off x="363240" y="4906800"/>
              <a:ext cx="699120" cy="478080"/>
              <a:chOff x="363240" y="4906800"/>
              <a:chExt cx="699120" cy="478080"/>
            </a:xfrm>
          </p:grpSpPr>
          <p:grpSp>
            <p:nvGrpSpPr>
              <p:cNvPr id="53" name="Google Shape;61;p2"/>
              <p:cNvGrpSpPr/>
              <p:nvPr/>
            </p:nvGrpSpPr>
            <p:grpSpPr>
              <a:xfrm>
                <a:off x="363240" y="4906800"/>
                <a:ext cx="478080" cy="478080"/>
                <a:chOff x="363240" y="4906800"/>
                <a:chExt cx="478080" cy="478080"/>
              </a:xfrm>
            </p:grpSpPr>
            <p:sp>
              <p:nvSpPr>
                <p:cNvPr id="54" name="Google Shape;62;p2"/>
                <p:cNvSpPr/>
                <p:nvPr/>
              </p:nvSpPr>
              <p:spPr>
                <a:xfrm rot="2700000">
                  <a:off x="429480" y="498024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55" name="Google Shape;63;p2"/>
                <p:cNvGrpSpPr/>
                <p:nvPr/>
              </p:nvGrpSpPr>
              <p:grpSpPr>
                <a:xfrm>
                  <a:off x="408240" y="5007600"/>
                  <a:ext cx="387360" cy="223200"/>
                  <a:chOff x="408240" y="5007600"/>
                  <a:chExt cx="387360" cy="223200"/>
                </a:xfrm>
              </p:grpSpPr>
              <p:sp>
                <p:nvSpPr>
                  <p:cNvPr id="56" name="Google Shape;64;p2"/>
                  <p:cNvSpPr/>
                  <p:nvPr/>
                </p:nvSpPr>
                <p:spPr>
                  <a:xfrm rot="2700000">
                    <a:off x="44100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7" name="Google Shape;65;p2"/>
                  <p:cNvSpPr/>
                  <p:nvPr/>
                </p:nvSpPr>
                <p:spPr>
                  <a:xfrm rot="2700000">
                    <a:off x="482040" y="5040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8" name="Google Shape;66;p2"/>
                  <p:cNvSpPr/>
                  <p:nvPr/>
                </p:nvSpPr>
                <p:spPr>
                  <a:xfrm rot="2700000">
                    <a:off x="52308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9" name="Google Shape;67;p2"/>
                  <p:cNvSpPr/>
                  <p:nvPr/>
                </p:nvSpPr>
                <p:spPr>
                  <a:xfrm rot="2700000">
                    <a:off x="56412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0" name="Google Shape;68;p2"/>
                  <p:cNvSpPr/>
                  <p:nvPr/>
                </p:nvSpPr>
                <p:spPr>
                  <a:xfrm rot="2700000">
                    <a:off x="605160" y="5040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61" name="Google Shape;69;p2"/>
              <p:cNvSpPr/>
              <p:nvPr/>
            </p:nvSpPr>
            <p:spPr>
              <a:xfrm rot="18900000">
                <a:off x="694440" y="498600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2" name="Google Shape;70;p2"/>
            <p:cNvGrpSpPr/>
            <p:nvPr/>
          </p:nvGrpSpPr>
          <p:grpSpPr>
            <a:xfrm>
              <a:off x="-309600" y="3618000"/>
              <a:ext cx="1047240" cy="1350720"/>
              <a:chOff x="-309600" y="3618000"/>
              <a:chExt cx="1047240" cy="1350720"/>
            </a:xfrm>
          </p:grpSpPr>
          <p:sp>
            <p:nvSpPr>
              <p:cNvPr id="63" name="Google Shape;71;p2"/>
              <p:cNvSpPr/>
              <p:nvPr/>
            </p:nvSpPr>
            <p:spPr>
              <a:xfrm rot="13500000">
                <a:off x="37080" y="427140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" name="Google Shape;72;p2"/>
              <p:cNvSpPr/>
              <p:nvPr/>
            </p:nvSpPr>
            <p:spPr>
              <a:xfrm rot="13500000">
                <a:off x="-38880" y="40870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" name="Google Shape;73;p2"/>
              <p:cNvSpPr/>
              <p:nvPr/>
            </p:nvSpPr>
            <p:spPr>
              <a:xfrm rot="13500000">
                <a:off x="-115200" y="39232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" name="Google Shape;74;p2"/>
              <p:cNvSpPr/>
              <p:nvPr/>
            </p:nvSpPr>
            <p:spPr>
              <a:xfrm rot="13500000">
                <a:off x="-191160" y="373896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7" name="Google Shape;75;p2"/>
            <p:cNvGrpSpPr/>
            <p:nvPr/>
          </p:nvGrpSpPr>
          <p:grpSpPr>
            <a:xfrm>
              <a:off x="439200" y="4567320"/>
              <a:ext cx="699120" cy="478080"/>
              <a:chOff x="439200" y="4567320"/>
              <a:chExt cx="699120" cy="478080"/>
            </a:xfrm>
          </p:grpSpPr>
          <p:grpSp>
            <p:nvGrpSpPr>
              <p:cNvPr id="68" name="Google Shape;76;p2"/>
              <p:cNvGrpSpPr/>
              <p:nvPr/>
            </p:nvGrpSpPr>
            <p:grpSpPr>
              <a:xfrm>
                <a:off x="439200" y="4567320"/>
                <a:ext cx="478080" cy="478080"/>
                <a:chOff x="439200" y="4567320"/>
                <a:chExt cx="478080" cy="478080"/>
              </a:xfrm>
            </p:grpSpPr>
            <p:sp>
              <p:nvSpPr>
                <p:cNvPr id="69" name="Google Shape;77;p2"/>
                <p:cNvSpPr/>
                <p:nvPr/>
              </p:nvSpPr>
              <p:spPr>
                <a:xfrm rot="2700000">
                  <a:off x="505440" y="464076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70" name="Google Shape;78;p2"/>
                <p:cNvGrpSpPr/>
                <p:nvPr/>
              </p:nvGrpSpPr>
              <p:grpSpPr>
                <a:xfrm>
                  <a:off x="483840" y="4668120"/>
                  <a:ext cx="387360" cy="223200"/>
                  <a:chOff x="483840" y="4668120"/>
                  <a:chExt cx="387360" cy="223200"/>
                </a:xfrm>
              </p:grpSpPr>
              <p:sp>
                <p:nvSpPr>
                  <p:cNvPr id="71" name="Google Shape;79;p2"/>
                  <p:cNvSpPr/>
                  <p:nvPr/>
                </p:nvSpPr>
                <p:spPr>
                  <a:xfrm rot="2700000">
                    <a:off x="51660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2" name="Google Shape;80;p2"/>
                  <p:cNvSpPr/>
                  <p:nvPr/>
                </p:nvSpPr>
                <p:spPr>
                  <a:xfrm rot="2700000">
                    <a:off x="557640" y="47008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3" name="Google Shape;81;p2"/>
                  <p:cNvSpPr/>
                  <p:nvPr/>
                </p:nvSpPr>
                <p:spPr>
                  <a:xfrm rot="2700000">
                    <a:off x="59904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4" name="Google Shape;82;p2"/>
                  <p:cNvSpPr/>
                  <p:nvPr/>
                </p:nvSpPr>
                <p:spPr>
                  <a:xfrm rot="2700000">
                    <a:off x="63972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5" name="Google Shape;83;p2"/>
                  <p:cNvSpPr/>
                  <p:nvPr/>
                </p:nvSpPr>
                <p:spPr>
                  <a:xfrm rot="2700000">
                    <a:off x="680760" y="47008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76" name="Google Shape;84;p2"/>
              <p:cNvSpPr/>
              <p:nvPr/>
            </p:nvSpPr>
            <p:spPr>
              <a:xfrm rot="18900000">
                <a:off x="770400" y="464652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7" name="Google Shape;85;p2"/>
            <p:cNvGrpSpPr/>
            <p:nvPr/>
          </p:nvGrpSpPr>
          <p:grpSpPr>
            <a:xfrm>
              <a:off x="-64800" y="4623840"/>
              <a:ext cx="698760" cy="478080"/>
              <a:chOff x="-64800" y="4623840"/>
              <a:chExt cx="698760" cy="478080"/>
            </a:xfrm>
          </p:grpSpPr>
          <p:grpSp>
            <p:nvGrpSpPr>
              <p:cNvPr id="78" name="Google Shape;86;p2"/>
              <p:cNvGrpSpPr/>
              <p:nvPr/>
            </p:nvGrpSpPr>
            <p:grpSpPr>
              <a:xfrm>
                <a:off x="-64800" y="4623840"/>
                <a:ext cx="478080" cy="478080"/>
                <a:chOff x="-64800" y="4623840"/>
                <a:chExt cx="478080" cy="478080"/>
              </a:xfrm>
            </p:grpSpPr>
            <p:sp>
              <p:nvSpPr>
                <p:cNvPr id="79" name="Google Shape;87;p2"/>
                <p:cNvSpPr/>
                <p:nvPr/>
              </p:nvSpPr>
              <p:spPr>
                <a:xfrm rot="2700000">
                  <a:off x="1440" y="469728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80" name="Google Shape;88;p2"/>
                <p:cNvGrpSpPr/>
                <p:nvPr/>
              </p:nvGrpSpPr>
              <p:grpSpPr>
                <a:xfrm>
                  <a:off x="-20160" y="4724640"/>
                  <a:ext cx="387360" cy="223200"/>
                  <a:chOff x="-20160" y="4724640"/>
                  <a:chExt cx="387360" cy="223200"/>
                </a:xfrm>
              </p:grpSpPr>
              <p:sp>
                <p:nvSpPr>
                  <p:cNvPr id="81" name="Google Shape;89;p2"/>
                  <p:cNvSpPr/>
                  <p:nvPr/>
                </p:nvSpPr>
                <p:spPr>
                  <a:xfrm rot="2700000">
                    <a:off x="1224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2" name="Google Shape;90;p2"/>
                  <p:cNvSpPr/>
                  <p:nvPr/>
                </p:nvSpPr>
                <p:spPr>
                  <a:xfrm rot="2700000">
                    <a:off x="53280" y="47574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3" name="Google Shape;91;p2"/>
                  <p:cNvSpPr/>
                  <p:nvPr/>
                </p:nvSpPr>
                <p:spPr>
                  <a:xfrm rot="2700000">
                    <a:off x="9432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4" name="Google Shape;92;p2"/>
                  <p:cNvSpPr/>
                  <p:nvPr/>
                </p:nvSpPr>
                <p:spPr>
                  <a:xfrm rot="2700000">
                    <a:off x="13536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5" name="Google Shape;93;p2"/>
                  <p:cNvSpPr/>
                  <p:nvPr/>
                </p:nvSpPr>
                <p:spPr>
                  <a:xfrm rot="2700000">
                    <a:off x="176400" y="47574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86" name="Google Shape;94;p2"/>
              <p:cNvSpPr/>
              <p:nvPr/>
            </p:nvSpPr>
            <p:spPr>
              <a:xfrm rot="18900000">
                <a:off x="266040" y="470304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1" name="Google Shape;763;p19"/>
          <p:cNvGrpSpPr/>
          <p:nvPr/>
        </p:nvGrpSpPr>
        <p:grpSpPr>
          <a:xfrm>
            <a:off x="-96120" y="4888440"/>
            <a:ext cx="1590120" cy="87840"/>
            <a:chOff x="-96120" y="4888440"/>
            <a:chExt cx="1590120" cy="87840"/>
          </a:xfrm>
        </p:grpSpPr>
        <p:sp>
          <p:nvSpPr>
            <p:cNvPr id="92" name="Google Shape;764;p19"/>
            <p:cNvSpPr/>
            <p:nvPr/>
          </p:nvSpPr>
          <p:spPr>
            <a:xfrm rot="5400000">
              <a:off x="692640" y="4099320"/>
              <a:ext cx="12240" cy="1590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90120"/>
                <a:gd name="textAreaBottom" fmla="*/ 1590480 h 1590120"/>
              </a:gdLst>
              <a:ahLst/>
              <a:cxnLst/>
              <a:rect l="textAreaLeft" t="textAreaTop" r="textAreaRight" b="textAreaBottom"/>
              <a:pathLst>
                <a:path w="306" h="27731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765;p19"/>
            <p:cNvSpPr/>
            <p:nvPr/>
          </p:nvSpPr>
          <p:spPr>
            <a:xfrm rot="5400000">
              <a:off x="692640" y="4174920"/>
              <a:ext cx="12240" cy="1590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90120"/>
                <a:gd name="textAreaBottom" fmla="*/ 1590480 h 1590120"/>
              </a:gdLst>
              <a:ahLst/>
              <a:cxnLst/>
              <a:rect l="textAreaLeft" t="textAreaTop" r="textAreaRight" b="textAreaBottom"/>
              <a:pathLst>
                <a:path w="305" h="27731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4" name="Google Shape;766;p19"/>
          <p:cNvGrpSpPr/>
          <p:nvPr/>
        </p:nvGrpSpPr>
        <p:grpSpPr>
          <a:xfrm>
            <a:off x="6883560" y="1385640"/>
            <a:ext cx="4028040" cy="5283360"/>
            <a:chOff x="6883560" y="1385640"/>
            <a:chExt cx="4028040" cy="5283360"/>
          </a:xfrm>
        </p:grpSpPr>
        <p:sp>
          <p:nvSpPr>
            <p:cNvPr id="95" name="Google Shape;767;p19"/>
            <p:cNvSpPr/>
            <p:nvPr/>
          </p:nvSpPr>
          <p:spPr>
            <a:xfrm>
              <a:off x="6883560" y="1407600"/>
              <a:ext cx="4006080" cy="4748760"/>
            </a:xfrm>
            <a:custGeom>
              <a:avLst/>
              <a:gdLst>
                <a:gd name="textAreaLeft" fmla="*/ 0 w 4006080"/>
                <a:gd name="textAreaRight" fmla="*/ 4006440 w 4006080"/>
                <a:gd name="textAreaTop" fmla="*/ 0 h 4748760"/>
                <a:gd name="textAreaBottom" fmla="*/ 4749120 h 474876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768;p19"/>
            <p:cNvSpPr/>
            <p:nvPr/>
          </p:nvSpPr>
          <p:spPr>
            <a:xfrm>
              <a:off x="7842240" y="1385640"/>
              <a:ext cx="2925000" cy="3057480"/>
            </a:xfrm>
            <a:custGeom>
              <a:avLst/>
              <a:gdLst>
                <a:gd name="textAreaLeft" fmla="*/ 0 w 2925000"/>
                <a:gd name="textAreaRight" fmla="*/ 292536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769;p19"/>
            <p:cNvSpPr/>
            <p:nvPr/>
          </p:nvSpPr>
          <p:spPr>
            <a:xfrm>
              <a:off x="7734240" y="257184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770;p19"/>
            <p:cNvSpPr/>
            <p:nvPr/>
          </p:nvSpPr>
          <p:spPr>
            <a:xfrm>
              <a:off x="7758720" y="155016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9" name="Google Shape;771;p19"/>
          <p:cNvGrpSpPr/>
          <p:nvPr/>
        </p:nvGrpSpPr>
        <p:grpSpPr>
          <a:xfrm>
            <a:off x="4597920" y="-1699200"/>
            <a:ext cx="5579640" cy="3202920"/>
            <a:chOff x="4597920" y="-1699200"/>
            <a:chExt cx="5579640" cy="3202920"/>
          </a:xfrm>
        </p:grpSpPr>
        <p:grpSp>
          <p:nvGrpSpPr>
            <p:cNvPr id="100" name="Google Shape;772;p19"/>
            <p:cNvGrpSpPr/>
            <p:nvPr/>
          </p:nvGrpSpPr>
          <p:grpSpPr>
            <a:xfrm>
              <a:off x="4696200" y="-306720"/>
              <a:ext cx="916200" cy="699840"/>
              <a:chOff x="4696200" y="-306720"/>
              <a:chExt cx="916200" cy="699840"/>
            </a:xfrm>
          </p:grpSpPr>
          <p:sp>
            <p:nvSpPr>
              <p:cNvPr id="101" name="Google Shape;773;p19"/>
              <p:cNvSpPr/>
              <p:nvPr/>
            </p:nvSpPr>
            <p:spPr>
              <a:xfrm>
                <a:off x="4899600" y="-2556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" name="Google Shape;774;p19"/>
              <p:cNvSpPr/>
              <p:nvPr/>
            </p:nvSpPr>
            <p:spPr>
              <a:xfrm>
                <a:off x="4696200" y="-26712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" name="Google Shape;775;p19"/>
              <p:cNvSpPr/>
              <p:nvPr/>
            </p:nvSpPr>
            <p:spPr>
              <a:xfrm>
                <a:off x="5128920" y="-30672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pic>
          <p:nvPicPr>
            <p:cNvPr id="104" name="Google Shape;776;p19" descr="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5980680" y="-1699200"/>
              <a:ext cx="4196880" cy="3202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5" name="Google Shape;777;p19"/>
            <p:cNvSpPr/>
            <p:nvPr/>
          </p:nvSpPr>
          <p:spPr>
            <a:xfrm rot="16200000">
              <a:off x="5359320" y="-12110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778;p19"/>
            <p:cNvSpPr/>
            <p:nvPr/>
          </p:nvSpPr>
          <p:spPr>
            <a:xfrm rot="16200000">
              <a:off x="5358600" y="-105156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07" name="Google Shape;779;p19"/>
            <p:cNvGrpSpPr/>
            <p:nvPr/>
          </p:nvGrpSpPr>
          <p:grpSpPr>
            <a:xfrm>
              <a:off x="8399520" y="57960"/>
              <a:ext cx="1493280" cy="87840"/>
              <a:chOff x="8399520" y="57960"/>
              <a:chExt cx="1493280" cy="87840"/>
            </a:xfrm>
          </p:grpSpPr>
          <p:sp>
            <p:nvSpPr>
              <p:cNvPr id="108" name="Google Shape;780;p19"/>
              <p:cNvSpPr/>
              <p:nvPr/>
            </p:nvSpPr>
            <p:spPr>
              <a:xfrm rot="16200000">
                <a:off x="9140040" y="-606600"/>
                <a:ext cx="12240" cy="14932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493280"/>
                  <a:gd name="textAreaBottom" fmla="*/ 1493640 h 149328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" name="Google Shape;781;p19"/>
              <p:cNvSpPr/>
              <p:nvPr/>
            </p:nvSpPr>
            <p:spPr>
              <a:xfrm rot="16200000">
                <a:off x="9140040" y="-682200"/>
                <a:ext cx="12240" cy="14932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493280"/>
                  <a:gd name="textAreaBottom" fmla="*/ 1493640 h 149328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0" name="Google Shape;782;p19"/>
            <p:cNvGrpSpPr/>
            <p:nvPr/>
          </p:nvGrpSpPr>
          <p:grpSpPr>
            <a:xfrm>
              <a:off x="4695480" y="-185040"/>
              <a:ext cx="254520" cy="254880"/>
              <a:chOff x="4695480" y="-185040"/>
              <a:chExt cx="254520" cy="254880"/>
            </a:xfrm>
          </p:grpSpPr>
          <p:sp>
            <p:nvSpPr>
              <p:cNvPr id="111" name="Google Shape;783;p19"/>
              <p:cNvSpPr/>
              <p:nvPr/>
            </p:nvSpPr>
            <p:spPr>
              <a:xfrm>
                <a:off x="4695480" y="-18504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" name="Google Shape;784;p19"/>
              <p:cNvSpPr/>
              <p:nvPr/>
            </p:nvSpPr>
            <p:spPr>
              <a:xfrm>
                <a:off x="4722840" y="-1576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" name="Google Shape;785;p19"/>
              <p:cNvSpPr/>
              <p:nvPr/>
            </p:nvSpPr>
            <p:spPr>
              <a:xfrm>
                <a:off x="4750560" y="-1299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4" name="Google Shape;786;p19"/>
              <p:cNvSpPr/>
              <p:nvPr/>
            </p:nvSpPr>
            <p:spPr>
              <a:xfrm>
                <a:off x="4777920" y="-1026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" name="Google Shape;787;p19"/>
              <p:cNvSpPr/>
              <p:nvPr/>
            </p:nvSpPr>
            <p:spPr>
              <a:xfrm>
                <a:off x="4805280" y="-748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" name="Google Shape;788;p19"/>
              <p:cNvSpPr/>
              <p:nvPr/>
            </p:nvSpPr>
            <p:spPr>
              <a:xfrm>
                <a:off x="4833000" y="-471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" name="Google Shape;789;p19"/>
              <p:cNvSpPr/>
              <p:nvPr/>
            </p:nvSpPr>
            <p:spPr>
              <a:xfrm>
                <a:off x="4860360" y="-198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8" name="Google Shape;790;p19"/>
            <p:cNvGrpSpPr/>
            <p:nvPr/>
          </p:nvGrpSpPr>
          <p:grpSpPr>
            <a:xfrm>
              <a:off x="4597920" y="-25560"/>
              <a:ext cx="254880" cy="254520"/>
              <a:chOff x="4597920" y="-25560"/>
              <a:chExt cx="254880" cy="254520"/>
            </a:xfrm>
          </p:grpSpPr>
          <p:sp>
            <p:nvSpPr>
              <p:cNvPr id="119" name="Google Shape;791;p19"/>
              <p:cNvSpPr/>
              <p:nvPr/>
            </p:nvSpPr>
            <p:spPr>
              <a:xfrm>
                <a:off x="4597920" y="-255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0" name="Google Shape;792;p19"/>
              <p:cNvSpPr/>
              <p:nvPr/>
            </p:nvSpPr>
            <p:spPr>
              <a:xfrm>
                <a:off x="4625280" y="18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1" name="Google Shape;793;p19"/>
              <p:cNvSpPr/>
              <p:nvPr/>
            </p:nvSpPr>
            <p:spPr>
              <a:xfrm>
                <a:off x="4653000" y="291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" name="Google Shape;794;p19"/>
              <p:cNvSpPr/>
              <p:nvPr/>
            </p:nvSpPr>
            <p:spPr>
              <a:xfrm>
                <a:off x="4680360" y="568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" name="Google Shape;795;p19"/>
              <p:cNvSpPr/>
              <p:nvPr/>
            </p:nvSpPr>
            <p:spPr>
              <a:xfrm>
                <a:off x="4708080" y="846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" name="Google Shape;796;p19"/>
              <p:cNvSpPr/>
              <p:nvPr/>
            </p:nvSpPr>
            <p:spPr>
              <a:xfrm>
                <a:off x="4735800" y="1119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" name="Google Shape;797;p19"/>
              <p:cNvSpPr/>
              <p:nvPr/>
            </p:nvSpPr>
            <p:spPr>
              <a:xfrm>
                <a:off x="4763160" y="13932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157400" y="494640"/>
            <a:ext cx="5126400" cy="105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6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Google Shape;1283;p29"/>
          <p:cNvGrpSpPr/>
          <p:nvPr/>
        </p:nvGrpSpPr>
        <p:grpSpPr>
          <a:xfrm>
            <a:off x="-291600" y="-494280"/>
            <a:ext cx="1448280" cy="2238120"/>
            <a:chOff x="-291600" y="-494280"/>
            <a:chExt cx="1448280" cy="2238120"/>
          </a:xfrm>
        </p:grpSpPr>
        <p:grpSp>
          <p:nvGrpSpPr>
            <p:cNvPr id="129" name="Google Shape;1284;p29"/>
            <p:cNvGrpSpPr/>
            <p:nvPr/>
          </p:nvGrpSpPr>
          <p:grpSpPr>
            <a:xfrm>
              <a:off x="-258120" y="-241560"/>
              <a:ext cx="981360" cy="1985400"/>
              <a:chOff x="-258120" y="-241560"/>
              <a:chExt cx="981360" cy="1985400"/>
            </a:xfrm>
          </p:grpSpPr>
          <p:sp>
            <p:nvSpPr>
              <p:cNvPr id="130" name="Google Shape;1285;p29"/>
              <p:cNvSpPr/>
              <p:nvPr/>
            </p:nvSpPr>
            <p:spPr>
              <a:xfrm rot="10800000">
                <a:off x="-257760" y="-24156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" name="Google Shape;1286;p29"/>
              <p:cNvSpPr/>
              <p:nvPr/>
            </p:nvSpPr>
            <p:spPr>
              <a:xfrm rot="10800000">
                <a:off x="-120600" y="-24120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2" name="Google Shape;1287;p29"/>
            <p:cNvGrpSpPr/>
            <p:nvPr/>
          </p:nvGrpSpPr>
          <p:grpSpPr>
            <a:xfrm>
              <a:off x="381600" y="794520"/>
              <a:ext cx="699120" cy="478080"/>
              <a:chOff x="381600" y="794520"/>
              <a:chExt cx="699120" cy="478080"/>
            </a:xfrm>
          </p:grpSpPr>
          <p:grpSp>
            <p:nvGrpSpPr>
              <p:cNvPr id="133" name="Google Shape;1288;p29"/>
              <p:cNvGrpSpPr/>
              <p:nvPr/>
            </p:nvGrpSpPr>
            <p:grpSpPr>
              <a:xfrm>
                <a:off x="381600" y="794520"/>
                <a:ext cx="478080" cy="478080"/>
                <a:chOff x="381600" y="794520"/>
                <a:chExt cx="478080" cy="478080"/>
              </a:xfrm>
            </p:grpSpPr>
            <p:sp>
              <p:nvSpPr>
                <p:cNvPr id="134" name="Google Shape;1289;p29"/>
                <p:cNvSpPr/>
                <p:nvPr/>
              </p:nvSpPr>
              <p:spPr>
                <a:xfrm rot="2700000">
                  <a:off x="447840" y="86796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35" name="Google Shape;1290;p29"/>
                <p:cNvGrpSpPr/>
                <p:nvPr/>
              </p:nvGrpSpPr>
              <p:grpSpPr>
                <a:xfrm>
                  <a:off x="426600" y="895680"/>
                  <a:ext cx="387360" cy="222840"/>
                  <a:chOff x="426600" y="895680"/>
                  <a:chExt cx="387360" cy="222840"/>
                </a:xfrm>
              </p:grpSpPr>
              <p:sp>
                <p:nvSpPr>
                  <p:cNvPr id="136" name="Google Shape;1291;p29"/>
                  <p:cNvSpPr/>
                  <p:nvPr/>
                </p:nvSpPr>
                <p:spPr>
                  <a:xfrm rot="2700000">
                    <a:off x="459360" y="9280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7" name="Google Shape;1292;p29"/>
                  <p:cNvSpPr/>
                  <p:nvPr/>
                </p:nvSpPr>
                <p:spPr>
                  <a:xfrm rot="2700000">
                    <a:off x="500400" y="9280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8" name="Google Shape;1293;p29"/>
                  <p:cNvSpPr/>
                  <p:nvPr/>
                </p:nvSpPr>
                <p:spPr>
                  <a:xfrm rot="2700000">
                    <a:off x="541440" y="9280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9" name="Google Shape;1294;p29"/>
                  <p:cNvSpPr/>
                  <p:nvPr/>
                </p:nvSpPr>
                <p:spPr>
                  <a:xfrm rot="2700000">
                    <a:off x="582480" y="9280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40" name="Google Shape;1295;p29"/>
                  <p:cNvSpPr/>
                  <p:nvPr/>
                </p:nvSpPr>
                <p:spPr>
                  <a:xfrm rot="2700000">
                    <a:off x="623520" y="9280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41" name="Google Shape;1296;p29"/>
              <p:cNvSpPr/>
              <p:nvPr/>
            </p:nvSpPr>
            <p:spPr>
              <a:xfrm rot="18900000">
                <a:off x="712800" y="87408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2" name="Google Shape;1297;p29"/>
            <p:cNvGrpSpPr/>
            <p:nvPr/>
          </p:nvGrpSpPr>
          <p:grpSpPr>
            <a:xfrm>
              <a:off x="-291600" y="-494280"/>
              <a:ext cx="1047240" cy="1351080"/>
              <a:chOff x="-291600" y="-494280"/>
              <a:chExt cx="1047240" cy="1351080"/>
            </a:xfrm>
          </p:grpSpPr>
          <p:sp>
            <p:nvSpPr>
              <p:cNvPr id="143" name="Google Shape;1298;p29"/>
              <p:cNvSpPr/>
              <p:nvPr/>
            </p:nvSpPr>
            <p:spPr>
              <a:xfrm rot="13500000">
                <a:off x="55080" y="1594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4" name="Google Shape;1299;p29"/>
              <p:cNvSpPr/>
              <p:nvPr/>
            </p:nvSpPr>
            <p:spPr>
              <a:xfrm rot="13500000">
                <a:off x="-20520" y="-244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5" name="Google Shape;1300;p29"/>
              <p:cNvSpPr/>
              <p:nvPr/>
            </p:nvSpPr>
            <p:spPr>
              <a:xfrm rot="13500000">
                <a:off x="-96840" y="-18864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6" name="Google Shape;1301;p29"/>
              <p:cNvSpPr/>
              <p:nvPr/>
            </p:nvSpPr>
            <p:spPr>
              <a:xfrm rot="13500000">
                <a:off x="-173160" y="-37296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7" name="Google Shape;1302;p29"/>
            <p:cNvGrpSpPr/>
            <p:nvPr/>
          </p:nvGrpSpPr>
          <p:grpSpPr>
            <a:xfrm>
              <a:off x="457560" y="455040"/>
              <a:ext cx="699120" cy="478080"/>
              <a:chOff x="457560" y="455040"/>
              <a:chExt cx="699120" cy="478080"/>
            </a:xfrm>
          </p:grpSpPr>
          <p:grpSp>
            <p:nvGrpSpPr>
              <p:cNvPr id="148" name="Google Shape;1303;p29"/>
              <p:cNvGrpSpPr/>
              <p:nvPr/>
            </p:nvGrpSpPr>
            <p:grpSpPr>
              <a:xfrm>
                <a:off x="457560" y="455040"/>
                <a:ext cx="478080" cy="478080"/>
                <a:chOff x="457560" y="455040"/>
                <a:chExt cx="478080" cy="478080"/>
              </a:xfrm>
            </p:grpSpPr>
            <p:sp>
              <p:nvSpPr>
                <p:cNvPr id="149" name="Google Shape;1304;p29"/>
                <p:cNvSpPr/>
                <p:nvPr/>
              </p:nvSpPr>
              <p:spPr>
                <a:xfrm rot="2700000">
                  <a:off x="523800" y="52848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50" name="Google Shape;1305;p29"/>
                <p:cNvGrpSpPr/>
                <p:nvPr/>
              </p:nvGrpSpPr>
              <p:grpSpPr>
                <a:xfrm>
                  <a:off x="502200" y="556200"/>
                  <a:ext cx="387360" cy="222840"/>
                  <a:chOff x="502200" y="556200"/>
                  <a:chExt cx="387360" cy="222840"/>
                </a:xfrm>
              </p:grpSpPr>
              <p:sp>
                <p:nvSpPr>
                  <p:cNvPr id="151" name="Google Shape;1306;p29"/>
                  <p:cNvSpPr/>
                  <p:nvPr/>
                </p:nvSpPr>
                <p:spPr>
                  <a:xfrm rot="2700000">
                    <a:off x="534960" y="5886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52" name="Google Shape;1307;p29"/>
                  <p:cNvSpPr/>
                  <p:nvPr/>
                </p:nvSpPr>
                <p:spPr>
                  <a:xfrm rot="2700000">
                    <a:off x="576000" y="5886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53" name="Google Shape;1308;p29"/>
                  <p:cNvSpPr/>
                  <p:nvPr/>
                </p:nvSpPr>
                <p:spPr>
                  <a:xfrm rot="2700000">
                    <a:off x="617040" y="5886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54" name="Google Shape;1309;p29"/>
                  <p:cNvSpPr/>
                  <p:nvPr/>
                </p:nvSpPr>
                <p:spPr>
                  <a:xfrm rot="2700000">
                    <a:off x="658080" y="5886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55" name="Google Shape;1310;p29"/>
                  <p:cNvSpPr/>
                  <p:nvPr/>
                </p:nvSpPr>
                <p:spPr>
                  <a:xfrm rot="2700000">
                    <a:off x="699120" y="5886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56" name="Google Shape;1311;p29"/>
              <p:cNvSpPr/>
              <p:nvPr/>
            </p:nvSpPr>
            <p:spPr>
              <a:xfrm rot="18900000">
                <a:off x="788760" y="53460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57" name="Google Shape;1312;p29"/>
            <p:cNvGrpSpPr/>
            <p:nvPr/>
          </p:nvGrpSpPr>
          <p:grpSpPr>
            <a:xfrm>
              <a:off x="-46800" y="511560"/>
              <a:ext cx="699120" cy="478080"/>
              <a:chOff x="-46800" y="511560"/>
              <a:chExt cx="699120" cy="478080"/>
            </a:xfrm>
          </p:grpSpPr>
          <p:grpSp>
            <p:nvGrpSpPr>
              <p:cNvPr id="158" name="Google Shape;1313;p29"/>
              <p:cNvGrpSpPr/>
              <p:nvPr/>
            </p:nvGrpSpPr>
            <p:grpSpPr>
              <a:xfrm>
                <a:off x="-46800" y="511560"/>
                <a:ext cx="478080" cy="478080"/>
                <a:chOff x="-46800" y="511560"/>
                <a:chExt cx="478080" cy="478080"/>
              </a:xfrm>
            </p:grpSpPr>
            <p:sp>
              <p:nvSpPr>
                <p:cNvPr id="159" name="Google Shape;1314;p29"/>
                <p:cNvSpPr/>
                <p:nvPr/>
              </p:nvSpPr>
              <p:spPr>
                <a:xfrm rot="2700000">
                  <a:off x="19440" y="58500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l="0" t="0" r="100000" b="10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60" name="Google Shape;1315;p29"/>
                <p:cNvGrpSpPr/>
                <p:nvPr/>
              </p:nvGrpSpPr>
              <p:grpSpPr>
                <a:xfrm>
                  <a:off x="-1800" y="612360"/>
                  <a:ext cx="387360" cy="223200"/>
                  <a:chOff x="-1800" y="612360"/>
                  <a:chExt cx="387360" cy="223200"/>
                </a:xfrm>
              </p:grpSpPr>
              <p:sp>
                <p:nvSpPr>
                  <p:cNvPr id="161" name="Google Shape;1316;p29"/>
                  <p:cNvSpPr/>
                  <p:nvPr/>
                </p:nvSpPr>
                <p:spPr>
                  <a:xfrm rot="2700000">
                    <a:off x="30600" y="6447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62" name="Google Shape;1317;p29"/>
                  <p:cNvSpPr/>
                  <p:nvPr/>
                </p:nvSpPr>
                <p:spPr>
                  <a:xfrm rot="2700000">
                    <a:off x="71640" y="6451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63" name="Google Shape;1318;p29"/>
                  <p:cNvSpPr/>
                  <p:nvPr/>
                </p:nvSpPr>
                <p:spPr>
                  <a:xfrm rot="2700000">
                    <a:off x="112680" y="6447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64" name="Google Shape;1319;p29"/>
                  <p:cNvSpPr/>
                  <p:nvPr/>
                </p:nvSpPr>
                <p:spPr>
                  <a:xfrm rot="2700000">
                    <a:off x="153720" y="6447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65" name="Google Shape;1320;p29"/>
                  <p:cNvSpPr/>
                  <p:nvPr/>
                </p:nvSpPr>
                <p:spPr>
                  <a:xfrm rot="2700000">
                    <a:off x="195120" y="6451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tIns="78840" bIns="7884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66" name="Google Shape;1321;p29"/>
              <p:cNvSpPr/>
              <p:nvPr/>
            </p:nvSpPr>
            <p:spPr>
              <a:xfrm rot="18900000">
                <a:off x="284400" y="59076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67" name="Google Shape;1322;p29"/>
          <p:cNvGrpSpPr/>
          <p:nvPr/>
        </p:nvGrpSpPr>
        <p:grpSpPr>
          <a:xfrm>
            <a:off x="2660400" y="4275720"/>
            <a:ext cx="4950720" cy="2991960"/>
            <a:chOff x="2660400" y="4275720"/>
            <a:chExt cx="4950720" cy="2991960"/>
          </a:xfrm>
        </p:grpSpPr>
        <p:pic>
          <p:nvPicPr>
            <p:cNvPr id="168" name="Google Shape;1323;p29" descr="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10800000">
              <a:off x="2660400" y="4275720"/>
              <a:ext cx="3548520" cy="29919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69" name="Google Shape;1324;p29"/>
            <p:cNvGrpSpPr/>
            <p:nvPr/>
          </p:nvGrpSpPr>
          <p:grpSpPr>
            <a:xfrm>
              <a:off x="2952720" y="4719240"/>
              <a:ext cx="1517400" cy="906480"/>
              <a:chOff x="2952720" y="4719240"/>
              <a:chExt cx="1517400" cy="906480"/>
            </a:xfrm>
          </p:grpSpPr>
          <p:sp>
            <p:nvSpPr>
              <p:cNvPr id="170" name="Google Shape;1325;p29"/>
              <p:cNvSpPr/>
              <p:nvPr/>
            </p:nvSpPr>
            <p:spPr>
              <a:xfrm>
                <a:off x="2952720" y="477828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1" name="Google Shape;1326;p29"/>
              <p:cNvSpPr/>
              <p:nvPr/>
            </p:nvSpPr>
            <p:spPr>
              <a:xfrm>
                <a:off x="3530880" y="4835160"/>
                <a:ext cx="339840" cy="325440"/>
              </a:xfrm>
              <a:custGeom>
                <a:avLst/>
                <a:gdLst>
                  <a:gd name="textAreaLeft" fmla="*/ 0 w 339840"/>
                  <a:gd name="textAreaRight" fmla="*/ 340200 w 339840"/>
                  <a:gd name="textAreaTop" fmla="*/ 0 h 325440"/>
                  <a:gd name="textAreaBottom" fmla="*/ 325800 h 32544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2" name="Google Shape;1327;p29"/>
              <p:cNvSpPr/>
              <p:nvPr/>
            </p:nvSpPr>
            <p:spPr>
              <a:xfrm>
                <a:off x="3409920" y="506880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3" name="Google Shape;1328;p29"/>
              <p:cNvSpPr/>
              <p:nvPr/>
            </p:nvSpPr>
            <p:spPr>
              <a:xfrm>
                <a:off x="3888360" y="47192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74" name="Google Shape;1329;p29"/>
            <p:cNvGrpSpPr/>
            <p:nvPr/>
          </p:nvGrpSpPr>
          <p:grpSpPr>
            <a:xfrm>
              <a:off x="4778280" y="4462560"/>
              <a:ext cx="2832840" cy="1420560"/>
              <a:chOff x="4778280" y="4462560"/>
              <a:chExt cx="2832840" cy="1420560"/>
            </a:xfrm>
          </p:grpSpPr>
          <p:sp>
            <p:nvSpPr>
              <p:cNvPr id="175" name="Google Shape;1330;p29"/>
              <p:cNvSpPr/>
              <p:nvPr/>
            </p:nvSpPr>
            <p:spPr>
              <a:xfrm rot="16200000">
                <a:off x="5484240" y="375624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4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76" name="Google Shape;1331;p29"/>
              <p:cNvGrpSpPr/>
              <p:nvPr/>
            </p:nvGrpSpPr>
            <p:grpSpPr>
              <a:xfrm>
                <a:off x="6455160" y="5174280"/>
                <a:ext cx="161640" cy="161640"/>
                <a:chOff x="6455160" y="5174280"/>
                <a:chExt cx="161640" cy="161640"/>
              </a:xfrm>
            </p:grpSpPr>
            <p:sp>
              <p:nvSpPr>
                <p:cNvPr id="177" name="Google Shape;1332;p29"/>
                <p:cNvSpPr/>
                <p:nvPr/>
              </p:nvSpPr>
              <p:spPr>
                <a:xfrm rot="10800000">
                  <a:off x="6455160" y="517428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81000" bIns="81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8" name="Google Shape;1333;p29"/>
                <p:cNvSpPr/>
                <p:nvPr/>
              </p:nvSpPr>
              <p:spPr>
                <a:xfrm rot="10800000">
                  <a:off x="6487560" y="521100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4280" bIns="442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79" name="Google Shape;1334;p29"/>
              <p:cNvGrpSpPr/>
              <p:nvPr/>
            </p:nvGrpSpPr>
            <p:grpSpPr>
              <a:xfrm>
                <a:off x="5072400" y="4755960"/>
                <a:ext cx="161640" cy="161640"/>
                <a:chOff x="5072400" y="4755960"/>
                <a:chExt cx="161640" cy="161640"/>
              </a:xfrm>
            </p:grpSpPr>
            <p:sp>
              <p:nvSpPr>
                <p:cNvPr id="180" name="Google Shape;1335;p29"/>
                <p:cNvSpPr/>
                <p:nvPr/>
              </p:nvSpPr>
              <p:spPr>
                <a:xfrm>
                  <a:off x="5072400" y="475596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81000" bIns="81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1" name="Google Shape;1336;p29"/>
                <p:cNvSpPr/>
                <p:nvPr/>
              </p:nvSpPr>
              <p:spPr>
                <a:xfrm>
                  <a:off x="5104800" y="479268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4280" bIns="442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182" name="Google Shape;1337;p29"/>
          <p:cNvSpPr/>
          <p:nvPr/>
        </p:nvSpPr>
        <p:spPr>
          <a:xfrm>
            <a:off x="1157400" y="3476880"/>
            <a:ext cx="5319720" cy="6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15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en" sz="12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CREDITS: 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This presentation template was created by </a:t>
            </a:r>
            <a:r>
              <a:rPr b="1" lang="en" sz="1200" strike="noStrike" u="sng">
                <a:solidFill>
                  <a:schemeClr val="dk1"/>
                </a:solidFill>
                <a:effectLst/>
                <a:uFillTx/>
                <a:latin typeface="Poppins"/>
                <a:ea typeface="Poppins"/>
                <a:hlinkClick r:id="rId3"/>
              </a:rPr>
              <a:t>Slidesgo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, and includes icons, infographics &amp; images by</a:t>
            </a:r>
            <a:r>
              <a:rPr b="1" lang="en" sz="12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r>
              <a:rPr b="1" lang="en" sz="1200" strike="noStrike" u="sng">
                <a:solidFill>
                  <a:schemeClr val="dk1"/>
                </a:solidFill>
                <a:effectLst/>
                <a:uFillTx/>
                <a:latin typeface="Poppins"/>
                <a:ea typeface="Poppins"/>
                <a:hlinkClick r:id="rId4"/>
              </a:rPr>
              <a:t>Freepik</a:t>
            </a:r>
            <a:r>
              <a:rPr b="1" lang="en" sz="1200" strike="noStrike" u="sng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5"/>
    <p:sldLayoutId id="2147483654" r:id="rId6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720000" y="1139400"/>
            <a:ext cx="7703640" cy="4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8" name="Google Shape;143;p4"/>
          <p:cNvGrpSpPr/>
          <p:nvPr/>
        </p:nvGrpSpPr>
        <p:grpSpPr>
          <a:xfrm>
            <a:off x="7365240" y="-1147680"/>
            <a:ext cx="3732840" cy="6536520"/>
            <a:chOff x="7365240" y="-1147680"/>
            <a:chExt cx="3732840" cy="6536520"/>
          </a:xfrm>
        </p:grpSpPr>
        <p:pic>
          <p:nvPicPr>
            <p:cNvPr id="189" name="Google Shape;144;p4" descr="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7365240" y="-1147680"/>
              <a:ext cx="3732840" cy="28486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90" name="Google Shape;145;p4"/>
            <p:cNvGrpSpPr/>
            <p:nvPr/>
          </p:nvGrpSpPr>
          <p:grpSpPr>
            <a:xfrm>
              <a:off x="7544880" y="540000"/>
              <a:ext cx="1518120" cy="3030120"/>
              <a:chOff x="7544880" y="540000"/>
              <a:chExt cx="1518120" cy="3030120"/>
            </a:xfrm>
          </p:grpSpPr>
          <p:sp>
            <p:nvSpPr>
              <p:cNvPr id="191" name="Google Shape;146;p4"/>
              <p:cNvSpPr/>
              <p:nvPr/>
            </p:nvSpPr>
            <p:spPr>
              <a:xfrm rot="10800000">
                <a:off x="7642440" y="73728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" name="Google Shape;147;p4"/>
              <p:cNvSpPr/>
              <p:nvPr/>
            </p:nvSpPr>
            <p:spPr>
              <a:xfrm rot="10800000">
                <a:off x="7544880" y="54000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93" name="Google Shape;148;p4"/>
            <p:cNvSpPr/>
            <p:nvPr/>
          </p:nvSpPr>
          <p:spPr>
            <a:xfrm rot="5400000">
              <a:off x="8250840" y="-87696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94" name="Google Shape;149;p4"/>
            <p:cNvGrpSpPr/>
            <p:nvPr/>
          </p:nvGrpSpPr>
          <p:grpSpPr>
            <a:xfrm>
              <a:off x="7893360" y="270000"/>
              <a:ext cx="3152880" cy="5118840"/>
              <a:chOff x="7893360" y="270000"/>
              <a:chExt cx="3152880" cy="5118840"/>
            </a:xfrm>
          </p:grpSpPr>
          <p:sp>
            <p:nvSpPr>
              <p:cNvPr id="195" name="Google Shape;150;p4"/>
              <p:cNvSpPr/>
              <p:nvPr/>
            </p:nvSpPr>
            <p:spPr>
              <a:xfrm>
                <a:off x="7893360" y="270000"/>
                <a:ext cx="3152880" cy="5118840"/>
              </a:xfrm>
              <a:custGeom>
                <a:avLst/>
                <a:gdLst>
                  <a:gd name="textAreaLeft" fmla="*/ 0 w 3152880"/>
                  <a:gd name="textAreaRight" fmla="*/ 3153240 w 3152880"/>
                  <a:gd name="textAreaTop" fmla="*/ 0 h 5118840"/>
                  <a:gd name="textAreaBottom" fmla="*/ 5119200 h 511884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96" name="Google Shape;151;p4"/>
              <p:cNvGrpSpPr/>
              <p:nvPr/>
            </p:nvGrpSpPr>
            <p:grpSpPr>
              <a:xfrm>
                <a:off x="8345160" y="4736520"/>
                <a:ext cx="133560" cy="133560"/>
                <a:chOff x="8345160" y="4736520"/>
                <a:chExt cx="133560" cy="133560"/>
              </a:xfrm>
            </p:grpSpPr>
            <p:sp>
              <p:nvSpPr>
                <p:cNvPr id="197" name="Google Shape;152;p4"/>
                <p:cNvSpPr/>
                <p:nvPr/>
              </p:nvSpPr>
              <p:spPr>
                <a:xfrm>
                  <a:off x="8345160" y="473652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7160" bIns="4716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8" name="Google Shape;153;p4"/>
                <p:cNvSpPr/>
                <p:nvPr/>
              </p:nvSpPr>
              <p:spPr>
                <a:xfrm>
                  <a:off x="8364240" y="475524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3840" bIns="338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99" name="Google Shape;154;p4"/>
              <p:cNvGrpSpPr/>
              <p:nvPr/>
            </p:nvGrpSpPr>
            <p:grpSpPr>
              <a:xfrm>
                <a:off x="8940600" y="3794760"/>
                <a:ext cx="133560" cy="133560"/>
                <a:chOff x="8940600" y="3794760"/>
                <a:chExt cx="133560" cy="133560"/>
              </a:xfrm>
            </p:grpSpPr>
            <p:sp>
              <p:nvSpPr>
                <p:cNvPr id="200" name="Google Shape;155;p4"/>
                <p:cNvSpPr/>
                <p:nvPr/>
              </p:nvSpPr>
              <p:spPr>
                <a:xfrm>
                  <a:off x="8940600" y="379476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7160" bIns="4716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1" name="Google Shape;156;p4"/>
                <p:cNvSpPr/>
                <p:nvPr/>
              </p:nvSpPr>
              <p:spPr>
                <a:xfrm>
                  <a:off x="8959680" y="381348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3840" bIns="338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02" name="Google Shape;157;p4"/>
              <p:cNvGrpSpPr/>
              <p:nvPr/>
            </p:nvGrpSpPr>
            <p:grpSpPr>
              <a:xfrm>
                <a:off x="8806680" y="2424600"/>
                <a:ext cx="133560" cy="133560"/>
                <a:chOff x="8806680" y="2424600"/>
                <a:chExt cx="133560" cy="133560"/>
              </a:xfrm>
            </p:grpSpPr>
            <p:sp>
              <p:nvSpPr>
                <p:cNvPr id="203" name="Google Shape;158;p4"/>
                <p:cNvSpPr/>
                <p:nvPr/>
              </p:nvSpPr>
              <p:spPr>
                <a:xfrm>
                  <a:off x="8806680" y="242460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7160" bIns="4716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" name="Google Shape;159;p4"/>
                <p:cNvSpPr/>
                <p:nvPr/>
              </p:nvSpPr>
              <p:spPr>
                <a:xfrm>
                  <a:off x="8825400" y="244368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3840" bIns="338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205" name="Google Shape;160;p4"/>
          <p:cNvGrpSpPr/>
          <p:nvPr/>
        </p:nvGrpSpPr>
        <p:grpSpPr>
          <a:xfrm>
            <a:off x="-575640" y="3774240"/>
            <a:ext cx="1954800" cy="2072160"/>
            <a:chOff x="-575640" y="3774240"/>
            <a:chExt cx="1954800" cy="2072160"/>
          </a:xfrm>
        </p:grpSpPr>
        <p:sp>
          <p:nvSpPr>
            <p:cNvPr id="206" name="Google Shape;161;p4"/>
            <p:cNvSpPr/>
            <p:nvPr/>
          </p:nvSpPr>
          <p:spPr>
            <a:xfrm rot="8271000">
              <a:off x="275400" y="3614760"/>
              <a:ext cx="396360" cy="2260080"/>
            </a:xfrm>
            <a:custGeom>
              <a:avLst/>
              <a:gdLst>
                <a:gd name="textAreaLeft" fmla="*/ 0 w 396360"/>
                <a:gd name="textAreaRight" fmla="*/ 396720 w 396360"/>
                <a:gd name="textAreaTop" fmla="*/ 0 h 2260080"/>
                <a:gd name="textAreaBottom" fmla="*/ 2260440 h 226008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" name="Google Shape;162;p4"/>
            <p:cNvSpPr/>
            <p:nvPr/>
          </p:nvSpPr>
          <p:spPr>
            <a:xfrm rot="8271000">
              <a:off x="131040" y="3745440"/>
              <a:ext cx="396360" cy="2260080"/>
            </a:xfrm>
            <a:custGeom>
              <a:avLst/>
              <a:gdLst>
                <a:gd name="textAreaLeft" fmla="*/ 0 w 396360"/>
                <a:gd name="textAreaRight" fmla="*/ 396720 w 396360"/>
                <a:gd name="textAreaTop" fmla="*/ 0 h 2260080"/>
                <a:gd name="textAreaBottom" fmla="*/ 2260440 h 226008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8" name="Google Shape;163;p4"/>
          <p:cNvGrpSpPr/>
          <p:nvPr/>
        </p:nvGrpSpPr>
        <p:grpSpPr>
          <a:xfrm>
            <a:off x="-519840" y="-573120"/>
            <a:ext cx="1501560" cy="2806920"/>
            <a:chOff x="-519840" y="-573120"/>
            <a:chExt cx="1501560" cy="2806920"/>
          </a:xfrm>
        </p:grpSpPr>
        <p:grpSp>
          <p:nvGrpSpPr>
            <p:cNvPr id="209" name="Google Shape;164;p4"/>
            <p:cNvGrpSpPr/>
            <p:nvPr/>
          </p:nvGrpSpPr>
          <p:grpSpPr>
            <a:xfrm>
              <a:off x="-343440" y="1508040"/>
              <a:ext cx="904320" cy="725760"/>
              <a:chOff x="-343440" y="1508040"/>
              <a:chExt cx="904320" cy="725760"/>
            </a:xfrm>
          </p:grpSpPr>
          <p:sp>
            <p:nvSpPr>
              <p:cNvPr id="210" name="Google Shape;165;p4"/>
              <p:cNvSpPr/>
              <p:nvPr/>
            </p:nvSpPr>
            <p:spPr>
              <a:xfrm rot="10800000">
                <a:off x="-343440" y="150804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1" name="Google Shape;166;p4"/>
              <p:cNvSpPr/>
              <p:nvPr/>
            </p:nvSpPr>
            <p:spPr>
              <a:xfrm rot="10800000">
                <a:off x="-138960" y="18176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2" name="Google Shape;167;p4"/>
              <p:cNvSpPr/>
              <p:nvPr/>
            </p:nvSpPr>
            <p:spPr>
              <a:xfrm rot="10800000">
                <a:off x="80280" y="16743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13" name="Google Shape;168;p4"/>
            <p:cNvSpPr/>
            <p:nvPr/>
          </p:nvSpPr>
          <p:spPr>
            <a:xfrm>
              <a:off x="360" y="-57240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169;p4"/>
            <p:cNvSpPr/>
            <p:nvPr/>
          </p:nvSpPr>
          <p:spPr>
            <a:xfrm>
              <a:off x="-159120" y="-57312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15" name="Google Shape;170;p4"/>
            <p:cNvGrpSpPr/>
            <p:nvPr/>
          </p:nvGrpSpPr>
          <p:grpSpPr>
            <a:xfrm>
              <a:off x="-519840" y="-466920"/>
              <a:ext cx="699480" cy="1650960"/>
              <a:chOff x="-519840" y="-466920"/>
              <a:chExt cx="699480" cy="1650960"/>
            </a:xfrm>
          </p:grpSpPr>
          <p:sp>
            <p:nvSpPr>
              <p:cNvPr id="216" name="Google Shape;171;p4"/>
              <p:cNvSpPr/>
              <p:nvPr/>
            </p:nvSpPr>
            <p:spPr>
              <a:xfrm rot="10800000">
                <a:off x="-302760" y="17064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7" name="Google Shape;172;p4"/>
              <p:cNvSpPr/>
              <p:nvPr/>
            </p:nvSpPr>
            <p:spPr>
              <a:xfrm rot="10800000">
                <a:off x="-426960" y="-46692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8" name="Google Shape;173;p4"/>
              <p:cNvSpPr/>
              <p:nvPr/>
            </p:nvSpPr>
            <p:spPr>
              <a:xfrm rot="10800000">
                <a:off x="-519480" y="-37368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720000" y="479880"/>
            <a:ext cx="3144960" cy="184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4135680" y="539640"/>
            <a:ext cx="4294800" cy="406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3" name="Google Shape;379;p9"/>
          <p:cNvGrpSpPr/>
          <p:nvPr/>
        </p:nvGrpSpPr>
        <p:grpSpPr>
          <a:xfrm>
            <a:off x="-2393640" y="-1635480"/>
            <a:ext cx="4710600" cy="5344200"/>
            <a:chOff x="-2393640" y="-1635480"/>
            <a:chExt cx="4710600" cy="5344200"/>
          </a:xfrm>
        </p:grpSpPr>
        <p:pic>
          <p:nvPicPr>
            <p:cNvPr id="224" name="Google Shape;380;p9" descr="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-2393640" y="-163548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225" name="Google Shape;381;p9"/>
            <p:cNvGrpSpPr/>
            <p:nvPr/>
          </p:nvGrpSpPr>
          <p:grpSpPr>
            <a:xfrm>
              <a:off x="-1398960" y="-1410120"/>
              <a:ext cx="3152880" cy="5118840"/>
              <a:chOff x="-1398960" y="-1410120"/>
              <a:chExt cx="3152880" cy="5118840"/>
            </a:xfrm>
          </p:grpSpPr>
          <p:sp>
            <p:nvSpPr>
              <p:cNvPr id="226" name="Google Shape;382;p9"/>
              <p:cNvSpPr/>
              <p:nvPr/>
            </p:nvSpPr>
            <p:spPr>
              <a:xfrm>
                <a:off x="-1398960" y="-1410120"/>
                <a:ext cx="3152880" cy="5118840"/>
              </a:xfrm>
              <a:custGeom>
                <a:avLst/>
                <a:gdLst>
                  <a:gd name="textAreaLeft" fmla="*/ 0 w 3152880"/>
                  <a:gd name="textAreaRight" fmla="*/ 3153240 w 3152880"/>
                  <a:gd name="textAreaTop" fmla="*/ 0 h 5118840"/>
                  <a:gd name="textAreaBottom" fmla="*/ 5119200 h 511884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227" name="Google Shape;383;p9"/>
              <p:cNvGrpSpPr/>
              <p:nvPr/>
            </p:nvGrpSpPr>
            <p:grpSpPr>
              <a:xfrm>
                <a:off x="629280" y="217080"/>
                <a:ext cx="133560" cy="133560"/>
                <a:chOff x="629280" y="217080"/>
                <a:chExt cx="133560" cy="133560"/>
              </a:xfrm>
            </p:grpSpPr>
            <p:sp>
              <p:nvSpPr>
                <p:cNvPr id="228" name="Google Shape;384;p9"/>
                <p:cNvSpPr/>
                <p:nvPr/>
              </p:nvSpPr>
              <p:spPr>
                <a:xfrm>
                  <a:off x="629280" y="21708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7160" bIns="4716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9" name="Google Shape;385;p9"/>
                <p:cNvSpPr/>
                <p:nvPr/>
              </p:nvSpPr>
              <p:spPr>
                <a:xfrm>
                  <a:off x="648360" y="23580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3840" bIns="338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30" name="Google Shape;386;p9"/>
              <p:cNvGrpSpPr/>
              <p:nvPr/>
            </p:nvGrpSpPr>
            <p:grpSpPr>
              <a:xfrm>
                <a:off x="-363960" y="903240"/>
                <a:ext cx="133560" cy="133560"/>
                <a:chOff x="-363960" y="903240"/>
                <a:chExt cx="133560" cy="133560"/>
              </a:xfrm>
            </p:grpSpPr>
            <p:sp>
              <p:nvSpPr>
                <p:cNvPr id="231" name="Google Shape;387;p9"/>
                <p:cNvSpPr/>
                <p:nvPr/>
              </p:nvSpPr>
              <p:spPr>
                <a:xfrm>
                  <a:off x="-363960" y="90324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7160" bIns="4716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2" name="Google Shape;388;p9"/>
                <p:cNvSpPr/>
                <p:nvPr/>
              </p:nvSpPr>
              <p:spPr>
                <a:xfrm>
                  <a:off x="-345240" y="92232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3840" bIns="338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33" name="Google Shape;389;p9"/>
              <p:cNvGrpSpPr/>
              <p:nvPr/>
            </p:nvGrpSpPr>
            <p:grpSpPr>
              <a:xfrm>
                <a:off x="20160" y="1276920"/>
                <a:ext cx="133560" cy="133560"/>
                <a:chOff x="20160" y="1276920"/>
                <a:chExt cx="133560" cy="133560"/>
              </a:xfrm>
            </p:grpSpPr>
            <p:sp>
              <p:nvSpPr>
                <p:cNvPr id="234" name="Google Shape;390;p9"/>
                <p:cNvSpPr/>
                <p:nvPr/>
              </p:nvSpPr>
              <p:spPr>
                <a:xfrm>
                  <a:off x="20160" y="127692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7160" bIns="4716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5" name="Google Shape;391;p9"/>
                <p:cNvSpPr/>
                <p:nvPr/>
              </p:nvSpPr>
              <p:spPr>
                <a:xfrm>
                  <a:off x="38880" y="129600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3840" bIns="338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36" name="Google Shape;392;p9"/>
            <p:cNvGrpSpPr/>
            <p:nvPr/>
          </p:nvGrpSpPr>
          <p:grpSpPr>
            <a:xfrm>
              <a:off x="45360" y="-923040"/>
              <a:ext cx="87840" cy="2151360"/>
              <a:chOff x="45360" y="-923040"/>
              <a:chExt cx="87840" cy="2151360"/>
            </a:xfrm>
          </p:grpSpPr>
          <p:sp>
            <p:nvSpPr>
              <p:cNvPr id="237" name="Google Shape;393;p9"/>
              <p:cNvSpPr/>
              <p:nvPr/>
            </p:nvSpPr>
            <p:spPr>
              <a:xfrm>
                <a:off x="45360" y="-92304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40000">
                    <a:srgbClr val="ff9900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8" name="Google Shape;394;p9"/>
              <p:cNvSpPr/>
              <p:nvPr/>
            </p:nvSpPr>
            <p:spPr>
              <a:xfrm>
                <a:off x="120960" y="-92304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40000">
                    <a:srgbClr val="ff9900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39" name="Google Shape;395;p9"/>
            <p:cNvGrpSpPr/>
            <p:nvPr/>
          </p:nvGrpSpPr>
          <p:grpSpPr>
            <a:xfrm>
              <a:off x="285120" y="-794880"/>
              <a:ext cx="87840" cy="2151360"/>
              <a:chOff x="285120" y="-794880"/>
              <a:chExt cx="87840" cy="2151360"/>
            </a:xfrm>
          </p:grpSpPr>
          <p:sp>
            <p:nvSpPr>
              <p:cNvPr id="240" name="Google Shape;396;p9"/>
              <p:cNvSpPr/>
              <p:nvPr/>
            </p:nvSpPr>
            <p:spPr>
              <a:xfrm>
                <a:off x="285120" y="-79488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1" name="Google Shape;397;p9"/>
              <p:cNvSpPr/>
              <p:nvPr/>
            </p:nvSpPr>
            <p:spPr>
              <a:xfrm>
                <a:off x="360720" y="-79488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42" name="Google Shape;398;p9"/>
            <p:cNvSpPr/>
            <p:nvPr/>
          </p:nvSpPr>
          <p:spPr>
            <a:xfrm rot="5400000">
              <a:off x="425520" y="-1353240"/>
              <a:ext cx="1030680" cy="2751840"/>
            </a:xfrm>
            <a:custGeom>
              <a:avLst/>
              <a:gdLst>
                <a:gd name="textAreaLeft" fmla="*/ 0 w 1030680"/>
                <a:gd name="textAreaRight" fmla="*/ 1031040 w 1030680"/>
                <a:gd name="textAreaTop" fmla="*/ 0 h 2751840"/>
                <a:gd name="textAreaBottom" fmla="*/ 2752200 h 2751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43" name="Google Shape;399;p9"/>
            <p:cNvGrpSpPr/>
            <p:nvPr/>
          </p:nvGrpSpPr>
          <p:grpSpPr>
            <a:xfrm>
              <a:off x="-252000" y="261000"/>
              <a:ext cx="480240" cy="480960"/>
              <a:chOff x="-252000" y="261000"/>
              <a:chExt cx="480240" cy="480960"/>
            </a:xfrm>
          </p:grpSpPr>
          <p:sp>
            <p:nvSpPr>
              <p:cNvPr id="244" name="Google Shape;400;p9"/>
              <p:cNvSpPr/>
              <p:nvPr/>
            </p:nvSpPr>
            <p:spPr>
              <a:xfrm>
                <a:off x="126720" y="261000"/>
                <a:ext cx="101520" cy="10188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880"/>
                  <a:gd name="textAreaBottom" fmla="*/ 102240 h 1018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1120" bIns="51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5" name="Google Shape;401;p9"/>
              <p:cNvSpPr/>
              <p:nvPr/>
            </p:nvSpPr>
            <p:spPr>
              <a:xfrm>
                <a:off x="63360" y="32472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6" name="Google Shape;402;p9"/>
              <p:cNvSpPr/>
              <p:nvPr/>
            </p:nvSpPr>
            <p:spPr>
              <a:xfrm>
                <a:off x="720" y="38808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7" name="Google Shape;403;p9"/>
              <p:cNvSpPr/>
              <p:nvPr/>
            </p:nvSpPr>
            <p:spPr>
              <a:xfrm>
                <a:off x="-63000" y="450720"/>
                <a:ext cx="101880" cy="101520"/>
              </a:xfrm>
              <a:custGeom>
                <a:avLst/>
                <a:gdLst>
                  <a:gd name="textAreaLeft" fmla="*/ 0 w 101880"/>
                  <a:gd name="textAreaRight" fmla="*/ 102240 w 10188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8" name="Google Shape;404;p9"/>
              <p:cNvSpPr/>
              <p:nvPr/>
            </p:nvSpPr>
            <p:spPr>
              <a:xfrm>
                <a:off x="-126000" y="514080"/>
                <a:ext cx="101880" cy="101520"/>
              </a:xfrm>
              <a:custGeom>
                <a:avLst/>
                <a:gdLst>
                  <a:gd name="textAreaLeft" fmla="*/ 0 w 101880"/>
                  <a:gd name="textAreaRight" fmla="*/ 102240 w 10188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9" name="Google Shape;405;p9"/>
              <p:cNvSpPr/>
              <p:nvPr/>
            </p:nvSpPr>
            <p:spPr>
              <a:xfrm>
                <a:off x="-189360" y="577080"/>
                <a:ext cx="101520" cy="10188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880"/>
                  <a:gd name="textAreaBottom" fmla="*/ 102240 h 1018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1120" bIns="51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0" name="Google Shape;406;p9"/>
              <p:cNvSpPr/>
              <p:nvPr/>
            </p:nvSpPr>
            <p:spPr>
              <a:xfrm>
                <a:off x="-252000" y="64044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51" name="Google Shape;407;p9"/>
          <p:cNvGrpSpPr/>
          <p:nvPr/>
        </p:nvGrpSpPr>
        <p:grpSpPr>
          <a:xfrm>
            <a:off x="6719760" y="2898360"/>
            <a:ext cx="3920040" cy="3213720"/>
            <a:chOff x="6719760" y="2898360"/>
            <a:chExt cx="3920040" cy="3213720"/>
          </a:xfrm>
        </p:grpSpPr>
        <p:sp>
          <p:nvSpPr>
            <p:cNvPr id="252" name="Google Shape;408;p9"/>
            <p:cNvSpPr/>
            <p:nvPr/>
          </p:nvSpPr>
          <p:spPr>
            <a:xfrm>
              <a:off x="8841240" y="2898360"/>
              <a:ext cx="480600" cy="475560"/>
            </a:xfrm>
            <a:custGeom>
              <a:avLst/>
              <a:gdLst>
                <a:gd name="textAreaLeft" fmla="*/ 0 w 480600"/>
                <a:gd name="textAreaRight" fmla="*/ 480960 w 480600"/>
                <a:gd name="textAreaTop" fmla="*/ 0 h 475560"/>
                <a:gd name="textAreaBottom" fmla="*/ 475920 h 47556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pic>
          <p:nvPicPr>
            <p:cNvPr id="253" name="Google Shape;409;p9" descr="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>
              <a:off x="6719760" y="312012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254" name="Google Shape;410;p9"/>
            <p:cNvGrpSpPr/>
            <p:nvPr/>
          </p:nvGrpSpPr>
          <p:grpSpPr>
            <a:xfrm>
              <a:off x="8748360" y="3547800"/>
              <a:ext cx="699480" cy="1650960"/>
              <a:chOff x="8748360" y="3547800"/>
              <a:chExt cx="699480" cy="1650960"/>
            </a:xfrm>
          </p:grpSpPr>
          <p:sp>
            <p:nvSpPr>
              <p:cNvPr id="255" name="Google Shape;411;p9"/>
              <p:cNvSpPr/>
              <p:nvPr/>
            </p:nvSpPr>
            <p:spPr>
              <a:xfrm>
                <a:off x="8748360" y="354780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6" name="Google Shape;412;p9"/>
              <p:cNvSpPr/>
              <p:nvPr/>
            </p:nvSpPr>
            <p:spPr>
              <a:xfrm>
                <a:off x="9201240" y="387900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7" name="Google Shape;413;p9"/>
              <p:cNvSpPr/>
              <p:nvPr/>
            </p:nvSpPr>
            <p:spPr>
              <a:xfrm>
                <a:off x="9108720" y="397224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58" name="Google Shape;414;p9"/>
            <p:cNvGrpSpPr/>
            <p:nvPr/>
          </p:nvGrpSpPr>
          <p:grpSpPr>
            <a:xfrm>
              <a:off x="8355600" y="4357440"/>
              <a:ext cx="904320" cy="725400"/>
              <a:chOff x="8355600" y="4357440"/>
              <a:chExt cx="904320" cy="725400"/>
            </a:xfrm>
          </p:grpSpPr>
          <p:sp>
            <p:nvSpPr>
              <p:cNvPr id="259" name="Google Shape;415;p9"/>
              <p:cNvSpPr/>
              <p:nvPr/>
            </p:nvSpPr>
            <p:spPr>
              <a:xfrm>
                <a:off x="8574840" y="43574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0" name="Google Shape;416;p9"/>
              <p:cNvSpPr/>
              <p:nvPr/>
            </p:nvSpPr>
            <p:spPr>
              <a:xfrm>
                <a:off x="8355600" y="45003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1" name="Google Shape;417;p9"/>
              <p:cNvSpPr/>
              <p:nvPr/>
            </p:nvSpPr>
            <p:spPr>
              <a:xfrm>
                <a:off x="8587080" y="450036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62" name="Google Shape;418;p9"/>
            <p:cNvSpPr/>
            <p:nvPr/>
          </p:nvSpPr>
          <p:spPr>
            <a:xfrm rot="10800000">
              <a:off x="7946280" y="29966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419;p9"/>
            <p:cNvSpPr/>
            <p:nvPr/>
          </p:nvSpPr>
          <p:spPr>
            <a:xfrm rot="10800000">
              <a:off x="8105760" y="299736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4" name="Google Shape;420;p9"/>
          <p:cNvGrpSpPr/>
          <p:nvPr/>
        </p:nvGrpSpPr>
        <p:grpSpPr>
          <a:xfrm>
            <a:off x="-1953000" y="4816440"/>
            <a:ext cx="4558680" cy="133920"/>
            <a:chOff x="-1953000" y="4816440"/>
            <a:chExt cx="4558680" cy="133920"/>
          </a:xfrm>
        </p:grpSpPr>
        <p:sp>
          <p:nvSpPr>
            <p:cNvPr id="265" name="Google Shape;421;p9"/>
            <p:cNvSpPr/>
            <p:nvPr/>
          </p:nvSpPr>
          <p:spPr>
            <a:xfrm>
              <a:off x="2471760" y="481644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7520" bIns="47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266" name="Google Shape;422;p9"/>
            <p:cNvCxnSpPr/>
            <p:nvPr/>
          </p:nvCxnSpPr>
          <p:spPr>
            <a:xfrm>
              <a:off x="-1953000" y="4883400"/>
              <a:ext cx="446292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267" name="Google Shape;423;p9"/>
            <p:cNvSpPr/>
            <p:nvPr/>
          </p:nvSpPr>
          <p:spPr>
            <a:xfrm>
              <a:off x="2501640" y="484668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ubTitle"/>
          </p:nvPr>
        </p:nvSpPr>
        <p:spPr>
          <a:xfrm>
            <a:off x="1095480" y="3457440"/>
            <a:ext cx="488592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Fundamental Semiconductor Device for Current Control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title"/>
          </p:nvPr>
        </p:nvSpPr>
        <p:spPr>
          <a:xfrm>
            <a:off x="1095480" y="819000"/>
            <a:ext cx="6972120" cy="232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45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Diodes 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70" name="Google Shape;1432;p35"/>
          <p:cNvGrpSpPr/>
          <p:nvPr/>
        </p:nvGrpSpPr>
        <p:grpSpPr>
          <a:xfrm>
            <a:off x="1096560" y="3242880"/>
            <a:ext cx="3936600" cy="133560"/>
            <a:chOff x="1096560" y="3242880"/>
            <a:chExt cx="3936600" cy="133560"/>
          </a:xfrm>
        </p:grpSpPr>
        <p:cxnSp>
          <p:nvCxnSpPr>
            <p:cNvPr id="271" name="Google Shape;1433;p35"/>
            <p:cNvCxnSpPr/>
            <p:nvPr/>
          </p:nvCxnSpPr>
          <p:spPr>
            <a:xfrm>
              <a:off x="1096560" y="3309840"/>
              <a:ext cx="384120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grpSp>
          <p:nvGrpSpPr>
            <p:cNvPr id="272" name="Google Shape;1434;p35"/>
            <p:cNvGrpSpPr/>
            <p:nvPr/>
          </p:nvGrpSpPr>
          <p:grpSpPr>
            <a:xfrm>
              <a:off x="4899600" y="3242880"/>
              <a:ext cx="133560" cy="133560"/>
              <a:chOff x="4899600" y="3242880"/>
              <a:chExt cx="133560" cy="133560"/>
            </a:xfrm>
          </p:grpSpPr>
          <p:sp>
            <p:nvSpPr>
              <p:cNvPr id="273" name="Google Shape;1435;p35"/>
              <p:cNvSpPr/>
              <p:nvPr/>
            </p:nvSpPr>
            <p:spPr>
              <a:xfrm>
                <a:off x="4929480" y="327312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4" name="Google Shape;1436;p35"/>
              <p:cNvSpPr/>
              <p:nvPr/>
            </p:nvSpPr>
            <p:spPr>
              <a:xfrm>
                <a:off x="4899600" y="324288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75" name="Google Shape;1437;p35"/>
          <p:cNvGrpSpPr/>
          <p:nvPr/>
        </p:nvGrpSpPr>
        <p:grpSpPr>
          <a:xfrm>
            <a:off x="8017920" y="-313560"/>
            <a:ext cx="133560" cy="1890360"/>
            <a:chOff x="8017920" y="-313560"/>
            <a:chExt cx="133560" cy="1890360"/>
          </a:xfrm>
        </p:grpSpPr>
        <p:sp>
          <p:nvSpPr>
            <p:cNvPr id="276" name="Google Shape;1438;p35"/>
            <p:cNvSpPr/>
            <p:nvPr/>
          </p:nvSpPr>
          <p:spPr>
            <a:xfrm rot="5400000">
              <a:off x="8017920" y="1443240"/>
              <a:ext cx="133560" cy="13356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7160" bIns="47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277" name="Google Shape;1439;p35"/>
            <p:cNvCxnSpPr/>
            <p:nvPr/>
          </p:nvCxnSpPr>
          <p:spPr>
            <a:xfrm>
              <a:off x="8084160" y="-313560"/>
              <a:ext cx="360" cy="17949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278" name="Google Shape;1440;p35"/>
            <p:cNvSpPr/>
            <p:nvPr/>
          </p:nvSpPr>
          <p:spPr>
            <a:xfrm rot="5400000">
              <a:off x="8047800" y="147348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9" name="Google Shape;1441;p35"/>
          <p:cNvGrpSpPr/>
          <p:nvPr/>
        </p:nvGrpSpPr>
        <p:grpSpPr>
          <a:xfrm>
            <a:off x="6309360" y="957600"/>
            <a:ext cx="3504960" cy="5118840"/>
            <a:chOff x="6309360" y="957600"/>
            <a:chExt cx="3504960" cy="5118840"/>
          </a:xfrm>
        </p:grpSpPr>
        <p:sp>
          <p:nvSpPr>
            <p:cNvPr id="280" name="Google Shape;1442;p35"/>
            <p:cNvSpPr/>
            <p:nvPr/>
          </p:nvSpPr>
          <p:spPr>
            <a:xfrm>
              <a:off x="6309360" y="95760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81" name="Google Shape;1443;p35"/>
            <p:cNvGrpSpPr/>
            <p:nvPr/>
          </p:nvGrpSpPr>
          <p:grpSpPr>
            <a:xfrm>
              <a:off x="7728480" y="3644640"/>
              <a:ext cx="133560" cy="133560"/>
              <a:chOff x="7728480" y="3644640"/>
              <a:chExt cx="133560" cy="133560"/>
            </a:xfrm>
          </p:grpSpPr>
          <p:sp>
            <p:nvSpPr>
              <p:cNvPr id="282" name="Google Shape;1444;p35"/>
              <p:cNvSpPr/>
              <p:nvPr/>
            </p:nvSpPr>
            <p:spPr>
              <a:xfrm>
                <a:off x="7728480" y="364464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3" name="Google Shape;1445;p35"/>
              <p:cNvSpPr/>
              <p:nvPr/>
            </p:nvSpPr>
            <p:spPr>
              <a:xfrm>
                <a:off x="7747200" y="366336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84" name="Google Shape;1446;p35"/>
            <p:cNvGrpSpPr/>
            <p:nvPr/>
          </p:nvGrpSpPr>
          <p:grpSpPr>
            <a:xfrm>
              <a:off x="7344360" y="3270960"/>
              <a:ext cx="133560" cy="133560"/>
              <a:chOff x="7344360" y="3270960"/>
              <a:chExt cx="133560" cy="133560"/>
            </a:xfrm>
          </p:grpSpPr>
          <p:sp>
            <p:nvSpPr>
              <p:cNvPr id="285" name="Google Shape;1447;p35"/>
              <p:cNvSpPr/>
              <p:nvPr/>
            </p:nvSpPr>
            <p:spPr>
              <a:xfrm>
                <a:off x="7344360" y="327096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6" name="Google Shape;1448;p35"/>
              <p:cNvSpPr/>
              <p:nvPr/>
            </p:nvSpPr>
            <p:spPr>
              <a:xfrm>
                <a:off x="7363440" y="328968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87" name="Google Shape;1449;p35"/>
            <p:cNvGrpSpPr/>
            <p:nvPr/>
          </p:nvGrpSpPr>
          <p:grpSpPr>
            <a:xfrm>
              <a:off x="8337960" y="2584440"/>
              <a:ext cx="133560" cy="133560"/>
              <a:chOff x="8337960" y="2584440"/>
              <a:chExt cx="133560" cy="133560"/>
            </a:xfrm>
          </p:grpSpPr>
          <p:sp>
            <p:nvSpPr>
              <p:cNvPr id="288" name="Google Shape;1450;p35"/>
              <p:cNvSpPr/>
              <p:nvPr/>
            </p:nvSpPr>
            <p:spPr>
              <a:xfrm>
                <a:off x="8337960" y="258444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9" name="Google Shape;1451;p35"/>
              <p:cNvSpPr/>
              <p:nvPr/>
            </p:nvSpPr>
            <p:spPr>
              <a:xfrm>
                <a:off x="8356680" y="260352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90" name="Google Shape;1452;p35"/>
            <p:cNvSpPr/>
            <p:nvPr/>
          </p:nvSpPr>
          <p:spPr>
            <a:xfrm rot="5400000">
              <a:off x="7687440" y="114336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723960" y="476280"/>
            <a:ext cx="3142800" cy="184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Introduction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subTitle"/>
          </p:nvPr>
        </p:nvSpPr>
        <p:spPr>
          <a:xfrm>
            <a:off x="723960" y="2362320"/>
            <a:ext cx="3142800" cy="224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 algn="ctr">
              <a:buNone/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Diodes are two‑terminal semiconductor devices allowing current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primarily in one direction. They enable *rectification*, *signal control*, and protection in circuits.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Speaker notes: Briefly state diode role in electronics, highlight practical relevance in power supplies and signal processing, and preview topics: structure, V‑I behavior, types, and applications.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93" name="Google Shape;1843;p46"/>
          <p:cNvGrpSpPr/>
          <p:nvPr/>
        </p:nvGrpSpPr>
        <p:grpSpPr>
          <a:xfrm>
            <a:off x="-74880" y="1766160"/>
            <a:ext cx="480600" cy="480600"/>
            <a:chOff x="-74880" y="1766160"/>
            <a:chExt cx="480600" cy="480600"/>
          </a:xfrm>
        </p:grpSpPr>
        <p:sp>
          <p:nvSpPr>
            <p:cNvPr id="294" name="Google Shape;1844;p46"/>
            <p:cNvSpPr/>
            <p:nvPr/>
          </p:nvSpPr>
          <p:spPr>
            <a:xfrm>
              <a:off x="-74880" y="214524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8" h="4937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1845;p46"/>
            <p:cNvSpPr/>
            <p:nvPr/>
          </p:nvSpPr>
          <p:spPr>
            <a:xfrm>
              <a:off x="-11880" y="2082240"/>
              <a:ext cx="101520" cy="10188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4937" h="4953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120" bIns="51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1846;p46"/>
            <p:cNvSpPr/>
            <p:nvPr/>
          </p:nvSpPr>
          <p:spPr>
            <a:xfrm>
              <a:off x="51480" y="2019240"/>
              <a:ext cx="101880" cy="10152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53" h="4938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1847;p46"/>
            <p:cNvSpPr/>
            <p:nvPr/>
          </p:nvSpPr>
          <p:spPr>
            <a:xfrm>
              <a:off x="114480" y="1955880"/>
              <a:ext cx="101880" cy="10152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53" h="4937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1848;p46"/>
            <p:cNvSpPr/>
            <p:nvPr/>
          </p:nvSpPr>
          <p:spPr>
            <a:xfrm>
              <a:off x="177840" y="189288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7" h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1849;p46"/>
            <p:cNvSpPr/>
            <p:nvPr/>
          </p:nvSpPr>
          <p:spPr>
            <a:xfrm>
              <a:off x="240840" y="182988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8" h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1850;p46"/>
            <p:cNvSpPr/>
            <p:nvPr/>
          </p:nvSpPr>
          <p:spPr>
            <a:xfrm>
              <a:off x="304200" y="1766160"/>
              <a:ext cx="101520" cy="10188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4937" h="4953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120" bIns="51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01" name="Google Shape;1851;p46"/>
          <p:cNvSpPr/>
          <p:nvPr/>
        </p:nvSpPr>
        <p:spPr>
          <a:xfrm>
            <a:off x="4135680" y="539640"/>
            <a:ext cx="4294800" cy="4068720"/>
          </a:xfrm>
          <a:prstGeom prst="snip1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02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03" name="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2"/>
                </a:solidFill>
                <a:effectLst/>
                <a:uFillTx/>
                <a:latin typeface="IBM Plex Mono"/>
              </a:rPr>
              <a:t>Diode Fundamentals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04" name="image6a0c384c5987d" descr="image6a0c384c59881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IBM Plex Mono"/>
              </a:rPr>
              <a:t>Definition &amp; Importance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06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Definition: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 A diode is a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PN junction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 device permitting asymmetric current flow.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Importance: Enables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rectification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, voltage regulation, switching, and protection in electronic systems.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Speaker notes: Emphasize the PN junction concept, practical functions (rectifiers, clamping, LEDs), and why diodes are foundational in circuit design.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IBM Plex Mono"/>
              </a:rPr>
              <a:t>History &amp; Development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08" name="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Early: Vacuum tube and cat's‑whisker detectors preceded modern diodes.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Semiconductor era: Development of silicon and germanium PN diodes led to compact, reliable devices and mass adoption in electronics.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Speaker notes: Outline timeline from early detectors to semiconductor diodes, mention key advancements (material shift to silicon) and impact on miniaturization and efficiency.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09" name="image6a0c384c65058" descr="image6a0c384c6505d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PN Junction Structure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subTitle"/>
          </p:nvPr>
        </p:nvSpPr>
        <p:spPr>
          <a:xfrm>
            <a:off x="4876920" y="1790640"/>
            <a:ext cx="3543120" cy="182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62500" lnSpcReduction="1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P-type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and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N-type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semiconductors form a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PN junction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with a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depletion region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where mobile carriers recombine. Built-in potential prevents charge flow at equilibrium.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Include PN junction diagram and diode symbol.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Speaker notes: Explain doping, carrier diffusion, and formation of the depletion region; point to diagram to show charge distribution and electric field.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ubTitle"/>
          </p:nvPr>
        </p:nvSpPr>
        <p:spPr>
          <a:xfrm>
            <a:off x="723960" y="1790640"/>
            <a:ext cx="3543120" cy="182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buNone/>
            </a:pP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  <a:ea typeface="Poppins"/>
            </a:endParaRPr>
          </a:p>
        </p:txBody>
      </p:sp>
      <p:grpSp>
        <p:nvGrpSpPr>
          <p:cNvPr id="313" name="Google Shape;1533;p39"/>
          <p:cNvGrpSpPr/>
          <p:nvPr/>
        </p:nvGrpSpPr>
        <p:grpSpPr>
          <a:xfrm>
            <a:off x="-123840" y="4132440"/>
            <a:ext cx="4558680" cy="1140480"/>
            <a:chOff x="-123840" y="4132440"/>
            <a:chExt cx="4558680" cy="1140480"/>
          </a:xfrm>
        </p:grpSpPr>
        <p:grpSp>
          <p:nvGrpSpPr>
            <p:cNvPr id="314" name="Google Shape;1534;p39"/>
            <p:cNvGrpSpPr/>
            <p:nvPr/>
          </p:nvGrpSpPr>
          <p:grpSpPr>
            <a:xfrm>
              <a:off x="360" y="4132440"/>
              <a:ext cx="2307960" cy="1140480"/>
              <a:chOff x="360" y="4132440"/>
              <a:chExt cx="2307960" cy="1140480"/>
            </a:xfrm>
          </p:grpSpPr>
          <p:sp>
            <p:nvSpPr>
              <p:cNvPr id="315" name="Google Shape;1535;p39"/>
              <p:cNvSpPr/>
              <p:nvPr/>
            </p:nvSpPr>
            <p:spPr>
              <a:xfrm rot="5400000">
                <a:off x="663480" y="362844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6" name="Google Shape;1536;p39"/>
              <p:cNvSpPr/>
              <p:nvPr/>
            </p:nvSpPr>
            <p:spPr>
              <a:xfrm rot="5400000">
                <a:off x="663840" y="346932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17" name="Google Shape;1537;p39"/>
            <p:cNvGrpSpPr/>
            <p:nvPr/>
          </p:nvGrpSpPr>
          <p:grpSpPr>
            <a:xfrm>
              <a:off x="-123840" y="4386240"/>
              <a:ext cx="4558680" cy="133920"/>
              <a:chOff x="-123840" y="4386240"/>
              <a:chExt cx="4558680" cy="133920"/>
            </a:xfrm>
          </p:grpSpPr>
          <p:sp>
            <p:nvSpPr>
              <p:cNvPr id="318" name="Google Shape;1538;p39"/>
              <p:cNvSpPr/>
              <p:nvPr/>
            </p:nvSpPr>
            <p:spPr>
              <a:xfrm>
                <a:off x="4300920" y="43862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520" bIns="47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319" name="Google Shape;1539;p39"/>
              <p:cNvCxnSpPr/>
              <p:nvPr/>
            </p:nvCxnSpPr>
            <p:spPr>
              <a:xfrm>
                <a:off x="-123840" y="445320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320" name="Google Shape;1540;p39"/>
              <p:cNvSpPr/>
              <p:nvPr/>
            </p:nvSpPr>
            <p:spPr>
              <a:xfrm>
                <a:off x="4331160" y="441648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02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22" name="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2"/>
                </a:solidFill>
                <a:effectLst/>
                <a:uFillTx/>
                <a:latin typeface="IBM Plex Mono"/>
              </a:rPr>
              <a:t>Diode Behavior &amp; Uses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23" name="image6a0c384c706e6" descr="image6a0c384c706ea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IBM Plex Mono"/>
              </a:rPr>
              <a:t>V-I Characteristics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25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Diode shows exponential forward I–V; small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forward voltage drop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 (≈0.7V Si). In reverse, current is negligible until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breakdown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 (Zener/avalanche).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Include V–I characteristic graph.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Speaker notes: Describe forward conduction region, knee voltage, reverse saturation, and breakdown mechanisms; reference graph for operating regions.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Diode Types &amp; Circuits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subTitle"/>
          </p:nvPr>
        </p:nvSpPr>
        <p:spPr>
          <a:xfrm>
            <a:off x="4876920" y="1790640"/>
            <a:ext cx="3543120" cy="182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0000" lnSpcReduction="1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Rectifier, Zener, LED, Schottky, photodiode — each varies in junction, Vf, speed, and breakdown behavior. Common circuits: half‑wave, full‑wave, bridge rectifiers.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Include diode symbols for each type.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Speaker notes: Compare properties and typical uses; show schematic snippets of rectifier circuits and note performance trade-offs.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ubTitle"/>
          </p:nvPr>
        </p:nvSpPr>
        <p:spPr>
          <a:xfrm>
            <a:off x="723960" y="1790640"/>
            <a:ext cx="3543120" cy="182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buNone/>
            </a:pP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  <a:ea typeface="Poppins"/>
            </a:endParaRPr>
          </a:p>
        </p:txBody>
      </p:sp>
      <p:grpSp>
        <p:nvGrpSpPr>
          <p:cNvPr id="329" name="Google Shape;1533;p39"/>
          <p:cNvGrpSpPr/>
          <p:nvPr/>
        </p:nvGrpSpPr>
        <p:grpSpPr>
          <a:xfrm>
            <a:off x="-123840" y="4132440"/>
            <a:ext cx="4558680" cy="1140480"/>
            <a:chOff x="-123840" y="4132440"/>
            <a:chExt cx="4558680" cy="1140480"/>
          </a:xfrm>
        </p:grpSpPr>
        <p:grpSp>
          <p:nvGrpSpPr>
            <p:cNvPr id="330" name="Google Shape;1534;p39"/>
            <p:cNvGrpSpPr/>
            <p:nvPr/>
          </p:nvGrpSpPr>
          <p:grpSpPr>
            <a:xfrm>
              <a:off x="360" y="4132440"/>
              <a:ext cx="2307960" cy="1140480"/>
              <a:chOff x="360" y="4132440"/>
              <a:chExt cx="2307960" cy="1140480"/>
            </a:xfrm>
          </p:grpSpPr>
          <p:sp>
            <p:nvSpPr>
              <p:cNvPr id="331" name="Google Shape;1535;p39"/>
              <p:cNvSpPr/>
              <p:nvPr/>
            </p:nvSpPr>
            <p:spPr>
              <a:xfrm rot="5400000">
                <a:off x="663480" y="362844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2" name="Google Shape;1536;p39"/>
              <p:cNvSpPr/>
              <p:nvPr/>
            </p:nvSpPr>
            <p:spPr>
              <a:xfrm rot="5400000">
                <a:off x="663840" y="346932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33" name="Google Shape;1537;p39"/>
            <p:cNvGrpSpPr/>
            <p:nvPr/>
          </p:nvGrpSpPr>
          <p:grpSpPr>
            <a:xfrm>
              <a:off x="-123840" y="4386240"/>
              <a:ext cx="4558680" cy="133920"/>
              <a:chOff x="-123840" y="4386240"/>
              <a:chExt cx="4558680" cy="133920"/>
            </a:xfrm>
          </p:grpSpPr>
          <p:sp>
            <p:nvSpPr>
              <p:cNvPr id="334" name="Google Shape;1538;p39"/>
              <p:cNvSpPr/>
              <p:nvPr/>
            </p:nvSpPr>
            <p:spPr>
              <a:xfrm>
                <a:off x="4300920" y="43862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520" bIns="47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335" name="Google Shape;1539;p39"/>
              <p:cNvCxnSpPr/>
              <p:nvPr/>
            </p:nvCxnSpPr>
            <p:spPr>
              <a:xfrm>
                <a:off x="-123840" y="445320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336" name="Google Shape;1540;p39"/>
              <p:cNvSpPr/>
              <p:nvPr/>
            </p:nvSpPr>
            <p:spPr>
              <a:xfrm>
                <a:off x="4331160" y="441648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IBM Plex Mono"/>
              </a:rPr>
              <a:t>Applications &amp; Modern Importance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38" name="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Diodes enable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rectification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, voltage regulation, signal clipping, protection, and light emission across power supplies, communications, and renewable systems.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Highlight role in efficient power conversion and protection.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Speaker notes: Emphasize practical impact in modern electronics: SMPS, RF front-ends, solar inverters, and consumer devices; mention trends like wide‑bandgap materials.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39" name="image6a0c384c7c693" descr="image6a0c384c7c698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Conclusions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 type="subTitle"/>
          </p:nvPr>
        </p:nvSpPr>
        <p:spPr>
          <a:xfrm>
            <a:off x="4876920" y="1790640"/>
            <a:ext cx="3543120" cy="182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62500" lnSpcReduction="1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Diodes are fundamental PN‑junction devices controlling current direction, enabling rectification, regulation, switching, and optoelectronic functions. Their varied types meet diverse circuit needs; understanding V–I behavior and junction structure is essential for reliable design.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Speaker notes: Summarize key takeaways, stress practical considerations (Vf, breakdown, speed), and suggest further study: diode modeling and circuit simulation.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ubTitle"/>
          </p:nvPr>
        </p:nvSpPr>
        <p:spPr>
          <a:xfrm>
            <a:off x="723960" y="1790640"/>
            <a:ext cx="3543120" cy="182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buNone/>
            </a:pP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  <a:ea typeface="Poppins"/>
            </a:endParaRPr>
          </a:p>
        </p:txBody>
      </p:sp>
      <p:grpSp>
        <p:nvGrpSpPr>
          <p:cNvPr id="343" name="Google Shape;1533;p39"/>
          <p:cNvGrpSpPr/>
          <p:nvPr/>
        </p:nvGrpSpPr>
        <p:grpSpPr>
          <a:xfrm>
            <a:off x="-123840" y="4132440"/>
            <a:ext cx="4558680" cy="1140480"/>
            <a:chOff x="-123840" y="4132440"/>
            <a:chExt cx="4558680" cy="1140480"/>
          </a:xfrm>
        </p:grpSpPr>
        <p:grpSp>
          <p:nvGrpSpPr>
            <p:cNvPr id="344" name="Google Shape;1534;p39"/>
            <p:cNvGrpSpPr/>
            <p:nvPr/>
          </p:nvGrpSpPr>
          <p:grpSpPr>
            <a:xfrm>
              <a:off x="360" y="4132440"/>
              <a:ext cx="2307960" cy="1140480"/>
              <a:chOff x="360" y="4132440"/>
              <a:chExt cx="2307960" cy="1140480"/>
            </a:xfrm>
          </p:grpSpPr>
          <p:sp>
            <p:nvSpPr>
              <p:cNvPr id="345" name="Google Shape;1535;p39"/>
              <p:cNvSpPr/>
              <p:nvPr/>
            </p:nvSpPr>
            <p:spPr>
              <a:xfrm rot="5400000">
                <a:off x="663480" y="362844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6" name="Google Shape;1536;p39"/>
              <p:cNvSpPr/>
              <p:nvPr/>
            </p:nvSpPr>
            <p:spPr>
              <a:xfrm rot="5400000">
                <a:off x="663840" y="346932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47" name="Google Shape;1537;p39"/>
            <p:cNvGrpSpPr/>
            <p:nvPr/>
          </p:nvGrpSpPr>
          <p:grpSpPr>
            <a:xfrm>
              <a:off x="-123840" y="4386240"/>
              <a:ext cx="4558680" cy="133920"/>
              <a:chOff x="-123840" y="4386240"/>
              <a:chExt cx="4558680" cy="133920"/>
            </a:xfrm>
          </p:grpSpPr>
          <p:sp>
            <p:nvSpPr>
              <p:cNvPr id="348" name="Google Shape;1538;p39"/>
              <p:cNvSpPr/>
              <p:nvPr/>
            </p:nvSpPr>
            <p:spPr>
              <a:xfrm>
                <a:off x="4300920" y="43862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520" bIns="47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349" name="Google Shape;1539;p39"/>
              <p:cNvCxnSpPr/>
              <p:nvPr/>
            </p:nvCxnSpPr>
            <p:spPr>
              <a:xfrm>
                <a:off x="-123840" y="445320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350" name="Google Shape;1540;p39"/>
              <p:cNvSpPr/>
              <p:nvPr/>
            </p:nvSpPr>
            <p:spPr>
              <a:xfrm>
                <a:off x="4331160" y="441648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ubTitle"/>
          </p:nvPr>
        </p:nvSpPr>
        <p:spPr>
          <a:xfrm>
            <a:off x="1152360" y="1609560"/>
            <a:ext cx="4447800" cy="123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000" strike="noStrike" u="none">
                <a:solidFill>
                  <a:schemeClr val="dk1"/>
                </a:solidFill>
                <a:effectLst/>
                <a:uFillTx/>
                <a:latin typeface="IBM Plex Mono"/>
                <a:ea typeface="IBM Plex Mono"/>
              </a:rPr>
              <a:t>Do you have any questions?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IBM Plex Mono"/>
                <a:ea typeface="IBM Plex Mono"/>
              </a:rPr>
              <a:t>youremail@freepik.com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IBM Plex Mono"/>
                <a:ea typeface="IBM Plex Mono"/>
              </a:rPr>
              <a:t>+34 654 321 432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IBM Plex Mono"/>
                <a:ea typeface="IBM Plex Mono"/>
              </a:rPr>
              <a:t>yourwebsite.com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title"/>
          </p:nvPr>
        </p:nvSpPr>
        <p:spPr>
          <a:xfrm>
            <a:off x="1162080" y="495360"/>
            <a:ext cx="5124240" cy="21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5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Thanks!</a:t>
            </a:r>
            <a:endParaRPr b="0" lang="fr-FR" sz="6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3" name="Google Shape;2413;p64"/>
          <p:cNvSpPr/>
          <p:nvPr/>
        </p:nvSpPr>
        <p:spPr>
          <a:xfrm>
            <a:off x="1162080" y="4390920"/>
            <a:ext cx="41526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3737880" bIns="-3737880" anchor="t">
            <a:sp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54" name="Google Shape;2414;p64"/>
          <p:cNvGrpSpPr/>
          <p:nvPr/>
        </p:nvGrpSpPr>
        <p:grpSpPr>
          <a:xfrm>
            <a:off x="2810520" y="2984760"/>
            <a:ext cx="597600" cy="385560"/>
            <a:chOff x="2810520" y="2984760"/>
            <a:chExt cx="597600" cy="385560"/>
          </a:xfrm>
        </p:grpSpPr>
        <p:sp>
          <p:nvSpPr>
            <p:cNvPr id="355" name="Google Shape;2415;p64"/>
            <p:cNvSpPr/>
            <p:nvPr/>
          </p:nvSpPr>
          <p:spPr>
            <a:xfrm>
              <a:off x="2967840" y="3032640"/>
              <a:ext cx="282600" cy="282960"/>
            </a:xfrm>
            <a:custGeom>
              <a:avLst/>
              <a:gdLst>
                <a:gd name="textAreaLeft" fmla="*/ 0 w 282600"/>
                <a:gd name="textAreaRight" fmla="*/ 282960 w 282600"/>
                <a:gd name="textAreaTop" fmla="*/ 0 h 282960"/>
                <a:gd name="textAreaBottom" fmla="*/ 283320 h 282960"/>
              </a:gdLst>
              <a:ahLst/>
              <a:cxnLst/>
              <a:rect l="textAreaLeft" t="textAreaTop" r="textAreaRight" b="textAreaBottom"/>
              <a:pathLst>
                <a:path w="10860" h="10872">
                  <a:moveTo>
                    <a:pt x="5430" y="1"/>
                  </a:moveTo>
                  <a:cubicBezTo>
                    <a:pt x="3990" y="1"/>
                    <a:pt x="2608" y="560"/>
                    <a:pt x="1596" y="1584"/>
                  </a:cubicBezTo>
                  <a:cubicBezTo>
                    <a:pt x="561" y="2620"/>
                    <a:pt x="1" y="3989"/>
                    <a:pt x="1" y="5430"/>
                  </a:cubicBezTo>
                  <a:cubicBezTo>
                    <a:pt x="1" y="6561"/>
                    <a:pt x="346" y="7645"/>
                    <a:pt x="1001" y="8573"/>
                  </a:cubicBezTo>
                  <a:cubicBezTo>
                    <a:pt x="1632" y="9466"/>
                    <a:pt x="2513" y="10145"/>
                    <a:pt x="3537" y="10538"/>
                  </a:cubicBezTo>
                  <a:cubicBezTo>
                    <a:pt x="3559" y="10544"/>
                    <a:pt x="3579" y="10547"/>
                    <a:pt x="3599" y="10547"/>
                  </a:cubicBezTo>
                  <a:cubicBezTo>
                    <a:pt x="3656" y="10547"/>
                    <a:pt x="3704" y="10522"/>
                    <a:pt x="3740" y="10478"/>
                  </a:cubicBezTo>
                  <a:cubicBezTo>
                    <a:pt x="3763" y="10443"/>
                    <a:pt x="3763" y="10395"/>
                    <a:pt x="3763" y="10371"/>
                  </a:cubicBezTo>
                  <a:lnTo>
                    <a:pt x="3763" y="7275"/>
                  </a:lnTo>
                  <a:cubicBezTo>
                    <a:pt x="3763" y="7180"/>
                    <a:pt x="3692" y="7097"/>
                    <a:pt x="3585" y="7097"/>
                  </a:cubicBezTo>
                  <a:lnTo>
                    <a:pt x="2156" y="7097"/>
                  </a:lnTo>
                  <a:lnTo>
                    <a:pt x="2156" y="5835"/>
                  </a:lnTo>
                  <a:lnTo>
                    <a:pt x="3585" y="5835"/>
                  </a:lnTo>
                  <a:cubicBezTo>
                    <a:pt x="3680" y="5835"/>
                    <a:pt x="3763" y="5751"/>
                    <a:pt x="3763" y="5656"/>
                  </a:cubicBezTo>
                  <a:lnTo>
                    <a:pt x="3763" y="5430"/>
                  </a:lnTo>
                  <a:cubicBezTo>
                    <a:pt x="3763" y="3942"/>
                    <a:pt x="5180" y="2632"/>
                    <a:pt x="6799" y="2632"/>
                  </a:cubicBezTo>
                  <a:lnTo>
                    <a:pt x="7550" y="2632"/>
                  </a:lnTo>
                  <a:lnTo>
                    <a:pt x="7550" y="3894"/>
                  </a:lnTo>
                  <a:lnTo>
                    <a:pt x="6799" y="3894"/>
                  </a:lnTo>
                  <a:cubicBezTo>
                    <a:pt x="6311" y="3894"/>
                    <a:pt x="5883" y="4025"/>
                    <a:pt x="5561" y="4287"/>
                  </a:cubicBezTo>
                  <a:cubicBezTo>
                    <a:pt x="5228" y="4561"/>
                    <a:pt x="5025" y="4966"/>
                    <a:pt x="5025" y="5430"/>
                  </a:cubicBezTo>
                  <a:lnTo>
                    <a:pt x="5025" y="5656"/>
                  </a:lnTo>
                  <a:cubicBezTo>
                    <a:pt x="5025" y="5740"/>
                    <a:pt x="5109" y="5835"/>
                    <a:pt x="5204" y="5835"/>
                  </a:cubicBezTo>
                  <a:lnTo>
                    <a:pt x="5883" y="5835"/>
                  </a:lnTo>
                  <a:cubicBezTo>
                    <a:pt x="5966" y="5835"/>
                    <a:pt x="6061" y="5751"/>
                    <a:pt x="6061" y="5656"/>
                  </a:cubicBezTo>
                  <a:cubicBezTo>
                    <a:pt x="6061" y="5561"/>
                    <a:pt x="5978" y="5478"/>
                    <a:pt x="5883" y="5478"/>
                  </a:cubicBezTo>
                  <a:lnTo>
                    <a:pt x="5371" y="5478"/>
                  </a:lnTo>
                  <a:lnTo>
                    <a:pt x="5371" y="5418"/>
                  </a:lnTo>
                  <a:cubicBezTo>
                    <a:pt x="5371" y="4525"/>
                    <a:pt x="6145" y="4204"/>
                    <a:pt x="6799" y="4204"/>
                  </a:cubicBezTo>
                  <a:lnTo>
                    <a:pt x="7704" y="4204"/>
                  </a:lnTo>
                  <a:cubicBezTo>
                    <a:pt x="7800" y="4204"/>
                    <a:pt x="7883" y="4132"/>
                    <a:pt x="7883" y="4025"/>
                  </a:cubicBezTo>
                  <a:lnTo>
                    <a:pt x="7883" y="2418"/>
                  </a:lnTo>
                  <a:cubicBezTo>
                    <a:pt x="7883" y="2334"/>
                    <a:pt x="7811" y="2239"/>
                    <a:pt x="7704" y="2239"/>
                  </a:cubicBezTo>
                  <a:lnTo>
                    <a:pt x="6799" y="2239"/>
                  </a:lnTo>
                  <a:cubicBezTo>
                    <a:pt x="5966" y="2239"/>
                    <a:pt x="5121" y="2572"/>
                    <a:pt x="4466" y="3156"/>
                  </a:cubicBezTo>
                  <a:cubicBezTo>
                    <a:pt x="3799" y="3763"/>
                    <a:pt x="3418" y="4549"/>
                    <a:pt x="3418" y="5382"/>
                  </a:cubicBezTo>
                  <a:lnTo>
                    <a:pt x="3418" y="5442"/>
                  </a:lnTo>
                  <a:lnTo>
                    <a:pt x="1989" y="5442"/>
                  </a:lnTo>
                  <a:cubicBezTo>
                    <a:pt x="1906" y="5442"/>
                    <a:pt x="1811" y="5513"/>
                    <a:pt x="1811" y="5620"/>
                  </a:cubicBezTo>
                  <a:lnTo>
                    <a:pt x="1811" y="7228"/>
                  </a:lnTo>
                  <a:cubicBezTo>
                    <a:pt x="1811" y="7323"/>
                    <a:pt x="1894" y="7406"/>
                    <a:pt x="1989" y="7406"/>
                  </a:cubicBezTo>
                  <a:lnTo>
                    <a:pt x="3418" y="7406"/>
                  </a:lnTo>
                  <a:lnTo>
                    <a:pt x="3418" y="10085"/>
                  </a:lnTo>
                  <a:cubicBezTo>
                    <a:pt x="1561" y="9300"/>
                    <a:pt x="346" y="7442"/>
                    <a:pt x="346" y="5418"/>
                  </a:cubicBezTo>
                  <a:cubicBezTo>
                    <a:pt x="346" y="2596"/>
                    <a:pt x="2620" y="322"/>
                    <a:pt x="5430" y="322"/>
                  </a:cubicBezTo>
                  <a:cubicBezTo>
                    <a:pt x="8228" y="322"/>
                    <a:pt x="10526" y="2620"/>
                    <a:pt x="10526" y="5418"/>
                  </a:cubicBezTo>
                  <a:cubicBezTo>
                    <a:pt x="10526" y="8228"/>
                    <a:pt x="8240" y="10502"/>
                    <a:pt x="5430" y="10502"/>
                  </a:cubicBezTo>
                  <a:lnTo>
                    <a:pt x="5371" y="10502"/>
                  </a:lnTo>
                  <a:lnTo>
                    <a:pt x="5371" y="7418"/>
                  </a:lnTo>
                  <a:lnTo>
                    <a:pt x="7728" y="7418"/>
                  </a:lnTo>
                  <a:cubicBezTo>
                    <a:pt x="7811" y="7418"/>
                    <a:pt x="7907" y="7347"/>
                    <a:pt x="7907" y="7240"/>
                  </a:cubicBezTo>
                  <a:lnTo>
                    <a:pt x="7907" y="5656"/>
                  </a:lnTo>
                  <a:cubicBezTo>
                    <a:pt x="7907" y="5561"/>
                    <a:pt x="7823" y="5478"/>
                    <a:pt x="7728" y="5478"/>
                  </a:cubicBezTo>
                  <a:lnTo>
                    <a:pt x="6728" y="5478"/>
                  </a:lnTo>
                  <a:cubicBezTo>
                    <a:pt x="6633" y="5478"/>
                    <a:pt x="6549" y="5549"/>
                    <a:pt x="6549" y="5656"/>
                  </a:cubicBezTo>
                  <a:cubicBezTo>
                    <a:pt x="6549" y="5740"/>
                    <a:pt x="6621" y="5835"/>
                    <a:pt x="6728" y="5835"/>
                  </a:cubicBezTo>
                  <a:lnTo>
                    <a:pt x="7561" y="5835"/>
                  </a:lnTo>
                  <a:lnTo>
                    <a:pt x="7561" y="7097"/>
                  </a:lnTo>
                  <a:lnTo>
                    <a:pt x="5204" y="7097"/>
                  </a:lnTo>
                  <a:cubicBezTo>
                    <a:pt x="5121" y="7097"/>
                    <a:pt x="5025" y="7168"/>
                    <a:pt x="5025" y="7275"/>
                  </a:cubicBezTo>
                  <a:lnTo>
                    <a:pt x="5025" y="10693"/>
                  </a:lnTo>
                  <a:cubicBezTo>
                    <a:pt x="5025" y="10788"/>
                    <a:pt x="5109" y="10859"/>
                    <a:pt x="5192" y="10871"/>
                  </a:cubicBezTo>
                  <a:lnTo>
                    <a:pt x="5430" y="10871"/>
                  </a:lnTo>
                  <a:cubicBezTo>
                    <a:pt x="6871" y="10871"/>
                    <a:pt x="8240" y="10312"/>
                    <a:pt x="9276" y="9288"/>
                  </a:cubicBezTo>
                  <a:cubicBezTo>
                    <a:pt x="10300" y="8252"/>
                    <a:pt x="10859" y="6883"/>
                    <a:pt x="10859" y="5442"/>
                  </a:cubicBezTo>
                  <a:cubicBezTo>
                    <a:pt x="10859" y="3989"/>
                    <a:pt x="10300" y="2620"/>
                    <a:pt x="9276" y="1584"/>
                  </a:cubicBezTo>
                  <a:cubicBezTo>
                    <a:pt x="8240" y="560"/>
                    <a:pt x="6871" y="1"/>
                    <a:pt x="543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" name="Google Shape;2416;p64"/>
            <p:cNvSpPr/>
            <p:nvPr/>
          </p:nvSpPr>
          <p:spPr>
            <a:xfrm>
              <a:off x="2810520" y="2984760"/>
              <a:ext cx="597600" cy="385560"/>
            </a:xfrm>
            <a:prstGeom prst="rect">
              <a:avLst/>
            </a:prstGeom>
            <a:noFill/>
            <a:ln w="9525">
              <a:solidFill>
                <a:srgbClr val="eb910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57" name="Google Shape;2417;p64"/>
          <p:cNvGrpSpPr/>
          <p:nvPr/>
        </p:nvGrpSpPr>
        <p:grpSpPr>
          <a:xfrm>
            <a:off x="2022480" y="2984760"/>
            <a:ext cx="597600" cy="385560"/>
            <a:chOff x="2022480" y="2984760"/>
            <a:chExt cx="597600" cy="385560"/>
          </a:xfrm>
        </p:grpSpPr>
        <p:grpSp>
          <p:nvGrpSpPr>
            <p:cNvPr id="358" name="Google Shape;2418;p64"/>
            <p:cNvGrpSpPr/>
            <p:nvPr/>
          </p:nvGrpSpPr>
          <p:grpSpPr>
            <a:xfrm>
              <a:off x="2179800" y="3032640"/>
              <a:ext cx="282960" cy="282600"/>
              <a:chOff x="2179800" y="3032640"/>
              <a:chExt cx="282960" cy="282600"/>
            </a:xfrm>
          </p:grpSpPr>
          <p:sp>
            <p:nvSpPr>
              <p:cNvPr id="359" name="Google Shape;2419;p64"/>
              <p:cNvSpPr/>
              <p:nvPr/>
            </p:nvSpPr>
            <p:spPr>
              <a:xfrm>
                <a:off x="2179800" y="3032640"/>
                <a:ext cx="282960" cy="282600"/>
              </a:xfrm>
              <a:custGeom>
                <a:avLst/>
                <a:gdLst>
                  <a:gd name="textAreaLeft" fmla="*/ 0 w 282960"/>
                  <a:gd name="textAreaRight" fmla="*/ 283320 w 282960"/>
                  <a:gd name="textAreaTop" fmla="*/ 0 h 282600"/>
                  <a:gd name="textAreaBottom" fmla="*/ 282960 h 282600"/>
                </a:gdLst>
                <a:ahLst/>
                <a:cxnLst/>
                <a:rect l="textAreaLeft" t="textAreaTop" r="textAreaRight" b="textAreaBottom"/>
                <a:pathLst>
                  <a:path w="10872" h="10860">
                    <a:moveTo>
                      <a:pt x="5418" y="334"/>
                    </a:moveTo>
                    <a:cubicBezTo>
                      <a:pt x="8228" y="334"/>
                      <a:pt x="10514" y="2608"/>
                      <a:pt x="10514" y="5430"/>
                    </a:cubicBezTo>
                    <a:cubicBezTo>
                      <a:pt x="10514" y="8240"/>
                      <a:pt x="8228" y="10514"/>
                      <a:pt x="5418" y="10514"/>
                    </a:cubicBezTo>
                    <a:cubicBezTo>
                      <a:pt x="2608" y="10514"/>
                      <a:pt x="334" y="8240"/>
                      <a:pt x="334" y="5430"/>
                    </a:cubicBezTo>
                    <a:cubicBezTo>
                      <a:pt x="334" y="2608"/>
                      <a:pt x="2608" y="334"/>
                      <a:pt x="5418" y="334"/>
                    </a:cubicBezTo>
                    <a:close/>
                    <a:moveTo>
                      <a:pt x="5430" y="1"/>
                    </a:moveTo>
                    <a:cubicBezTo>
                      <a:pt x="3989" y="1"/>
                      <a:pt x="2620" y="560"/>
                      <a:pt x="1596" y="1584"/>
                    </a:cubicBezTo>
                    <a:cubicBezTo>
                      <a:pt x="572" y="2620"/>
                      <a:pt x="1" y="3989"/>
                      <a:pt x="1" y="5430"/>
                    </a:cubicBezTo>
                    <a:cubicBezTo>
                      <a:pt x="1" y="6871"/>
                      <a:pt x="572" y="8240"/>
                      <a:pt x="1596" y="9264"/>
                    </a:cubicBezTo>
                    <a:cubicBezTo>
                      <a:pt x="2620" y="10300"/>
                      <a:pt x="3989" y="10859"/>
                      <a:pt x="5430" y="10859"/>
                    </a:cubicBezTo>
                    <a:cubicBezTo>
                      <a:pt x="6883" y="10859"/>
                      <a:pt x="8252" y="10300"/>
                      <a:pt x="9276" y="9264"/>
                    </a:cubicBezTo>
                    <a:cubicBezTo>
                      <a:pt x="10300" y="8240"/>
                      <a:pt x="10871" y="6871"/>
                      <a:pt x="10871" y="5430"/>
                    </a:cubicBezTo>
                    <a:cubicBezTo>
                      <a:pt x="10871" y="3989"/>
                      <a:pt x="10300" y="2620"/>
                      <a:pt x="9276" y="1584"/>
                    </a:cubicBezTo>
                    <a:cubicBezTo>
                      <a:pt x="8252" y="560"/>
                      <a:pt x="6883" y="1"/>
                      <a:pt x="54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0" name="Google Shape;2420;p64"/>
              <p:cNvSpPr/>
              <p:nvPr/>
            </p:nvSpPr>
            <p:spPr>
              <a:xfrm>
                <a:off x="2233080" y="3085920"/>
                <a:ext cx="175680" cy="175680"/>
              </a:xfrm>
              <a:custGeom>
                <a:avLst/>
                <a:gdLst>
                  <a:gd name="textAreaLeft" fmla="*/ 0 w 175680"/>
                  <a:gd name="textAreaRight" fmla="*/ 176040 w 175680"/>
                  <a:gd name="textAreaTop" fmla="*/ 0 h 175680"/>
                  <a:gd name="textAreaBottom" fmla="*/ 176040 h 175680"/>
                </a:gdLst>
                <a:ahLst/>
                <a:cxnLst/>
                <a:rect l="textAreaLeft" t="textAreaTop" r="textAreaRight" b="textAreaBottom"/>
                <a:pathLst>
                  <a:path w="6764" h="6764">
                    <a:moveTo>
                      <a:pt x="5335" y="346"/>
                    </a:moveTo>
                    <a:cubicBezTo>
                      <a:pt x="5930" y="346"/>
                      <a:pt x="6418" y="834"/>
                      <a:pt x="6418" y="1429"/>
                    </a:cubicBezTo>
                    <a:lnTo>
                      <a:pt x="6418" y="5335"/>
                    </a:lnTo>
                    <a:cubicBezTo>
                      <a:pt x="6418" y="5930"/>
                      <a:pt x="5930" y="6418"/>
                      <a:pt x="5335" y="6418"/>
                    </a:cubicBezTo>
                    <a:lnTo>
                      <a:pt x="1429" y="6418"/>
                    </a:lnTo>
                    <a:cubicBezTo>
                      <a:pt x="834" y="6418"/>
                      <a:pt x="346" y="5930"/>
                      <a:pt x="346" y="5335"/>
                    </a:cubicBezTo>
                    <a:lnTo>
                      <a:pt x="346" y="1429"/>
                    </a:lnTo>
                    <a:cubicBezTo>
                      <a:pt x="346" y="834"/>
                      <a:pt x="834" y="346"/>
                      <a:pt x="1429" y="346"/>
                    </a:cubicBezTo>
                    <a:close/>
                    <a:moveTo>
                      <a:pt x="1429" y="1"/>
                    </a:moveTo>
                    <a:cubicBezTo>
                      <a:pt x="644" y="1"/>
                      <a:pt x="1" y="644"/>
                      <a:pt x="1" y="1429"/>
                    </a:cubicBezTo>
                    <a:lnTo>
                      <a:pt x="1" y="5335"/>
                    </a:lnTo>
                    <a:cubicBezTo>
                      <a:pt x="1" y="6120"/>
                      <a:pt x="644" y="6763"/>
                      <a:pt x="1429" y="6763"/>
                    </a:cubicBezTo>
                    <a:lnTo>
                      <a:pt x="5335" y="6763"/>
                    </a:lnTo>
                    <a:cubicBezTo>
                      <a:pt x="6121" y="6763"/>
                      <a:pt x="6763" y="6120"/>
                      <a:pt x="6763" y="5335"/>
                    </a:cubicBezTo>
                    <a:lnTo>
                      <a:pt x="6763" y="1429"/>
                    </a:lnTo>
                    <a:cubicBezTo>
                      <a:pt x="6763" y="644"/>
                      <a:pt x="6121" y="1"/>
                      <a:pt x="53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840" bIns="87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1" name="Google Shape;2421;p64"/>
              <p:cNvSpPr/>
              <p:nvPr/>
            </p:nvSpPr>
            <p:spPr>
              <a:xfrm>
                <a:off x="2273760" y="3127680"/>
                <a:ext cx="93600" cy="91800"/>
              </a:xfrm>
              <a:custGeom>
                <a:avLst/>
                <a:gdLst>
                  <a:gd name="textAreaLeft" fmla="*/ 0 w 93600"/>
                  <a:gd name="textAreaRight" fmla="*/ 93960 w 93600"/>
                  <a:gd name="textAreaTop" fmla="*/ 0 h 91800"/>
                  <a:gd name="textAreaBottom" fmla="*/ 92160 h 91800"/>
                </a:gdLst>
                <a:ahLst/>
                <a:cxnLst/>
                <a:rect l="textAreaLeft" t="textAreaTop" r="textAreaRight" b="textAreaBottom"/>
                <a:pathLst>
                  <a:path w="3607" h="3542">
                    <a:moveTo>
                      <a:pt x="1822" y="0"/>
                    </a:moveTo>
                    <a:cubicBezTo>
                      <a:pt x="812" y="0"/>
                      <a:pt x="1" y="851"/>
                      <a:pt x="59" y="1859"/>
                    </a:cubicBezTo>
                    <a:cubicBezTo>
                      <a:pt x="95" y="2776"/>
                      <a:pt x="833" y="3502"/>
                      <a:pt x="1726" y="3538"/>
                    </a:cubicBezTo>
                    <a:cubicBezTo>
                      <a:pt x="1764" y="3541"/>
                      <a:pt x="1802" y="3542"/>
                      <a:pt x="1840" y="3542"/>
                    </a:cubicBezTo>
                    <a:cubicBezTo>
                      <a:pt x="2178" y="3542"/>
                      <a:pt x="2494" y="3447"/>
                      <a:pt x="2762" y="3276"/>
                    </a:cubicBezTo>
                    <a:cubicBezTo>
                      <a:pt x="2857" y="3217"/>
                      <a:pt x="2869" y="3086"/>
                      <a:pt x="2797" y="3014"/>
                    </a:cubicBezTo>
                    <a:cubicBezTo>
                      <a:pt x="2761" y="2978"/>
                      <a:pt x="2711" y="2964"/>
                      <a:pt x="2664" y="2964"/>
                    </a:cubicBezTo>
                    <a:cubicBezTo>
                      <a:pt x="2634" y="2964"/>
                      <a:pt x="2606" y="2969"/>
                      <a:pt x="2583" y="2979"/>
                    </a:cubicBezTo>
                    <a:cubicBezTo>
                      <a:pt x="2380" y="3096"/>
                      <a:pt x="2149" y="3185"/>
                      <a:pt x="1897" y="3185"/>
                    </a:cubicBezTo>
                    <a:cubicBezTo>
                      <a:pt x="1868" y="3185"/>
                      <a:pt x="1839" y="3183"/>
                      <a:pt x="1809" y="3181"/>
                    </a:cubicBezTo>
                    <a:cubicBezTo>
                      <a:pt x="1023" y="3169"/>
                      <a:pt x="380" y="2514"/>
                      <a:pt x="392" y="1716"/>
                    </a:cubicBezTo>
                    <a:cubicBezTo>
                      <a:pt x="426" y="948"/>
                      <a:pt x="1028" y="330"/>
                      <a:pt x="1792" y="330"/>
                    </a:cubicBezTo>
                    <a:cubicBezTo>
                      <a:pt x="1833" y="330"/>
                      <a:pt x="1874" y="332"/>
                      <a:pt x="1916" y="335"/>
                    </a:cubicBezTo>
                    <a:cubicBezTo>
                      <a:pt x="2619" y="371"/>
                      <a:pt x="3190" y="943"/>
                      <a:pt x="3250" y="1633"/>
                    </a:cubicBezTo>
                    <a:cubicBezTo>
                      <a:pt x="3285" y="1919"/>
                      <a:pt x="3214" y="2193"/>
                      <a:pt x="3095" y="2431"/>
                    </a:cubicBezTo>
                    <a:cubicBezTo>
                      <a:pt x="3059" y="2490"/>
                      <a:pt x="3059" y="2574"/>
                      <a:pt x="3119" y="2633"/>
                    </a:cubicBezTo>
                    <a:cubicBezTo>
                      <a:pt x="3149" y="2663"/>
                      <a:pt x="3191" y="2678"/>
                      <a:pt x="3234" y="2678"/>
                    </a:cubicBezTo>
                    <a:cubicBezTo>
                      <a:pt x="3295" y="2678"/>
                      <a:pt x="3358" y="2648"/>
                      <a:pt x="3393" y="2586"/>
                    </a:cubicBezTo>
                    <a:cubicBezTo>
                      <a:pt x="3536" y="2324"/>
                      <a:pt x="3607" y="2014"/>
                      <a:pt x="3583" y="1669"/>
                    </a:cubicBezTo>
                    <a:cubicBezTo>
                      <a:pt x="3536" y="764"/>
                      <a:pt x="2797" y="50"/>
                      <a:pt x="1904" y="2"/>
                    </a:cubicBezTo>
                    <a:cubicBezTo>
                      <a:pt x="1877" y="1"/>
                      <a:pt x="1849" y="0"/>
                      <a:pt x="18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2" name="Google Shape;2422;p64"/>
              <p:cNvSpPr/>
              <p:nvPr/>
            </p:nvSpPr>
            <p:spPr>
              <a:xfrm>
                <a:off x="2356560" y="3108600"/>
                <a:ext cx="23760" cy="23400"/>
              </a:xfrm>
              <a:custGeom>
                <a:avLst/>
                <a:gdLst>
                  <a:gd name="textAreaLeft" fmla="*/ 0 w 23760"/>
                  <a:gd name="textAreaRight" fmla="*/ 24120 w 23760"/>
                  <a:gd name="textAreaTop" fmla="*/ 0 h 23400"/>
                  <a:gd name="textAreaBottom" fmla="*/ 23760 h 23400"/>
                </a:gdLst>
                <a:ahLst/>
                <a:cxnLst/>
                <a:rect l="textAreaLeft" t="textAreaTop" r="textAreaRight" b="textAreaBottom"/>
                <a:pathLst>
                  <a:path w="929" h="918">
                    <a:moveTo>
                      <a:pt x="465" y="1"/>
                    </a:moveTo>
                    <a:cubicBezTo>
                      <a:pt x="203" y="1"/>
                      <a:pt x="0" y="203"/>
                      <a:pt x="0" y="453"/>
                    </a:cubicBezTo>
                    <a:cubicBezTo>
                      <a:pt x="0" y="715"/>
                      <a:pt x="203" y="918"/>
                      <a:pt x="465" y="918"/>
                    </a:cubicBezTo>
                    <a:cubicBezTo>
                      <a:pt x="715" y="918"/>
                      <a:pt x="929" y="715"/>
                      <a:pt x="929" y="453"/>
                    </a:cubicBezTo>
                    <a:cubicBezTo>
                      <a:pt x="929" y="203"/>
                      <a:pt x="715" y="1"/>
                      <a:pt x="4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1880" bIns="11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63" name="Google Shape;2423;p64"/>
            <p:cNvSpPr/>
            <p:nvPr/>
          </p:nvSpPr>
          <p:spPr>
            <a:xfrm>
              <a:off x="2022480" y="2984760"/>
              <a:ext cx="597600" cy="385560"/>
            </a:xfrm>
            <a:prstGeom prst="rect">
              <a:avLst/>
            </a:prstGeom>
            <a:noFill/>
            <a:ln w="9525">
              <a:solidFill>
                <a:srgbClr val="eb910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64" name="Google Shape;2424;p64"/>
          <p:cNvGrpSpPr/>
          <p:nvPr/>
        </p:nvGrpSpPr>
        <p:grpSpPr>
          <a:xfrm>
            <a:off x="1234080" y="2984760"/>
            <a:ext cx="597600" cy="385560"/>
            <a:chOff x="1234080" y="2984760"/>
            <a:chExt cx="597600" cy="385560"/>
          </a:xfrm>
        </p:grpSpPr>
        <p:grpSp>
          <p:nvGrpSpPr>
            <p:cNvPr id="365" name="Google Shape;2425;p64"/>
            <p:cNvGrpSpPr/>
            <p:nvPr/>
          </p:nvGrpSpPr>
          <p:grpSpPr>
            <a:xfrm>
              <a:off x="1391400" y="3035880"/>
              <a:ext cx="283320" cy="282960"/>
              <a:chOff x="1391400" y="3035880"/>
              <a:chExt cx="283320" cy="282960"/>
            </a:xfrm>
          </p:grpSpPr>
          <p:sp>
            <p:nvSpPr>
              <p:cNvPr id="366" name="Google Shape;2426;p64"/>
              <p:cNvSpPr/>
              <p:nvPr/>
            </p:nvSpPr>
            <p:spPr>
              <a:xfrm>
                <a:off x="1391400" y="3035880"/>
                <a:ext cx="283320" cy="282960"/>
              </a:xfrm>
              <a:custGeom>
                <a:avLst/>
                <a:gdLst>
                  <a:gd name="textAreaLeft" fmla="*/ 0 w 283320"/>
                  <a:gd name="textAreaRight" fmla="*/ 283680 w 283320"/>
                  <a:gd name="textAreaTop" fmla="*/ 0 h 282960"/>
                  <a:gd name="textAreaBottom" fmla="*/ 283320 h 282960"/>
                </a:gdLst>
                <a:ahLst/>
                <a:cxnLst/>
                <a:rect l="textAreaLeft" t="textAreaTop" r="textAreaRight" b="textAreaBottom"/>
                <a:pathLst>
                  <a:path w="10872" h="10860">
                    <a:moveTo>
                      <a:pt x="5430" y="334"/>
                    </a:moveTo>
                    <a:cubicBezTo>
                      <a:pt x="8252" y="334"/>
                      <a:pt x="10526" y="2608"/>
                      <a:pt x="10526" y="5430"/>
                    </a:cubicBezTo>
                    <a:cubicBezTo>
                      <a:pt x="10526" y="8240"/>
                      <a:pt x="8228" y="10514"/>
                      <a:pt x="5430" y="10514"/>
                    </a:cubicBezTo>
                    <a:cubicBezTo>
                      <a:pt x="2620" y="10514"/>
                      <a:pt x="346" y="8240"/>
                      <a:pt x="346" y="5430"/>
                    </a:cubicBezTo>
                    <a:cubicBezTo>
                      <a:pt x="346" y="2608"/>
                      <a:pt x="2620" y="334"/>
                      <a:pt x="5430" y="334"/>
                    </a:cubicBezTo>
                    <a:close/>
                    <a:moveTo>
                      <a:pt x="5430" y="1"/>
                    </a:moveTo>
                    <a:cubicBezTo>
                      <a:pt x="3989" y="1"/>
                      <a:pt x="2620" y="560"/>
                      <a:pt x="1596" y="1584"/>
                    </a:cubicBezTo>
                    <a:cubicBezTo>
                      <a:pt x="572" y="2620"/>
                      <a:pt x="1" y="3989"/>
                      <a:pt x="1" y="5430"/>
                    </a:cubicBezTo>
                    <a:cubicBezTo>
                      <a:pt x="1" y="6871"/>
                      <a:pt x="572" y="8240"/>
                      <a:pt x="1596" y="9264"/>
                    </a:cubicBezTo>
                    <a:cubicBezTo>
                      <a:pt x="2620" y="10300"/>
                      <a:pt x="3989" y="10859"/>
                      <a:pt x="5430" y="10859"/>
                    </a:cubicBezTo>
                    <a:cubicBezTo>
                      <a:pt x="6882" y="10859"/>
                      <a:pt x="8252" y="10300"/>
                      <a:pt x="9276" y="9264"/>
                    </a:cubicBezTo>
                    <a:cubicBezTo>
                      <a:pt x="10300" y="8240"/>
                      <a:pt x="10871" y="6871"/>
                      <a:pt x="10871" y="5430"/>
                    </a:cubicBezTo>
                    <a:cubicBezTo>
                      <a:pt x="10871" y="3989"/>
                      <a:pt x="10300" y="2620"/>
                      <a:pt x="9276" y="1584"/>
                    </a:cubicBezTo>
                    <a:cubicBezTo>
                      <a:pt x="8252" y="560"/>
                      <a:pt x="6882" y="1"/>
                      <a:pt x="54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7" name="Google Shape;2427;p64"/>
              <p:cNvSpPr/>
              <p:nvPr/>
            </p:nvSpPr>
            <p:spPr>
              <a:xfrm>
                <a:off x="1456560" y="3149280"/>
                <a:ext cx="38880" cy="98280"/>
              </a:xfrm>
              <a:custGeom>
                <a:avLst/>
                <a:gdLst>
                  <a:gd name="textAreaLeft" fmla="*/ 0 w 38880"/>
                  <a:gd name="textAreaRight" fmla="*/ 39240 w 38880"/>
                  <a:gd name="textAreaTop" fmla="*/ 0 h 98280"/>
                  <a:gd name="textAreaBottom" fmla="*/ 98640 h 98280"/>
                </a:gdLst>
                <a:ahLst/>
                <a:cxnLst/>
                <a:rect l="textAreaLeft" t="textAreaTop" r="textAreaRight" b="textAreaBottom"/>
                <a:pathLst>
                  <a:path w="1502" h="3787">
                    <a:moveTo>
                      <a:pt x="1168" y="346"/>
                    </a:moveTo>
                    <a:lnTo>
                      <a:pt x="1168" y="3430"/>
                    </a:lnTo>
                    <a:lnTo>
                      <a:pt x="358" y="3430"/>
                    </a:lnTo>
                    <a:lnTo>
                      <a:pt x="358" y="346"/>
                    </a:lnTo>
                    <a:close/>
                    <a:moveTo>
                      <a:pt x="180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72" y="3787"/>
                      <a:pt x="180" y="3787"/>
                    </a:cubicBezTo>
                    <a:lnTo>
                      <a:pt x="1323" y="3787"/>
                    </a:lnTo>
                    <a:cubicBezTo>
                      <a:pt x="1418" y="3787"/>
                      <a:pt x="1501" y="3715"/>
                      <a:pt x="1501" y="3608"/>
                    </a:cubicBezTo>
                    <a:lnTo>
                      <a:pt x="1501" y="179"/>
                    </a:lnTo>
                    <a:cubicBezTo>
                      <a:pt x="1501" y="72"/>
                      <a:pt x="1430" y="1"/>
                      <a:pt x="132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9320" bIns="493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8" name="Google Shape;2428;p64"/>
              <p:cNvSpPr/>
              <p:nvPr/>
            </p:nvSpPr>
            <p:spPr>
              <a:xfrm>
                <a:off x="1450800" y="3095640"/>
                <a:ext cx="44640" cy="44640"/>
              </a:xfrm>
              <a:custGeom>
                <a:avLst/>
                <a:gdLst>
                  <a:gd name="textAreaLeft" fmla="*/ 0 w 44640"/>
                  <a:gd name="textAreaRight" fmla="*/ 45000 w 44640"/>
                  <a:gd name="textAreaTop" fmla="*/ 0 h 44640"/>
                  <a:gd name="textAreaBottom" fmla="*/ 45000 h 44640"/>
                </a:gdLst>
                <a:ahLst/>
                <a:cxnLst/>
                <a:rect l="textAreaLeft" t="textAreaTop" r="textAreaRight" b="textAreaBottom"/>
                <a:pathLst>
                  <a:path w="1728" h="1728">
                    <a:moveTo>
                      <a:pt x="870" y="334"/>
                    </a:moveTo>
                    <a:cubicBezTo>
                      <a:pt x="1156" y="334"/>
                      <a:pt x="1394" y="572"/>
                      <a:pt x="1394" y="846"/>
                    </a:cubicBezTo>
                    <a:cubicBezTo>
                      <a:pt x="1394" y="1132"/>
                      <a:pt x="1156" y="1370"/>
                      <a:pt x="870" y="1370"/>
                    </a:cubicBezTo>
                    <a:cubicBezTo>
                      <a:pt x="584" y="1370"/>
                      <a:pt x="346" y="1132"/>
                      <a:pt x="346" y="846"/>
                    </a:cubicBezTo>
                    <a:cubicBezTo>
                      <a:pt x="346" y="572"/>
                      <a:pt x="584" y="334"/>
                      <a:pt x="870" y="334"/>
                    </a:cubicBezTo>
                    <a:close/>
                    <a:moveTo>
                      <a:pt x="870" y="1"/>
                    </a:moveTo>
                    <a:cubicBezTo>
                      <a:pt x="394" y="1"/>
                      <a:pt x="1" y="394"/>
                      <a:pt x="1" y="870"/>
                    </a:cubicBezTo>
                    <a:cubicBezTo>
                      <a:pt x="1" y="1346"/>
                      <a:pt x="394" y="1727"/>
                      <a:pt x="870" y="1727"/>
                    </a:cubicBezTo>
                    <a:cubicBezTo>
                      <a:pt x="1346" y="1727"/>
                      <a:pt x="1727" y="1334"/>
                      <a:pt x="1727" y="870"/>
                    </a:cubicBezTo>
                    <a:cubicBezTo>
                      <a:pt x="1727" y="394"/>
                      <a:pt x="1346" y="1"/>
                      <a:pt x="87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2320" bIns="223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9" name="Google Shape;2429;p64"/>
              <p:cNvSpPr/>
              <p:nvPr/>
            </p:nvSpPr>
            <p:spPr>
              <a:xfrm>
                <a:off x="1516320" y="3149280"/>
                <a:ext cx="104760" cy="98280"/>
              </a:xfrm>
              <a:custGeom>
                <a:avLst/>
                <a:gdLst>
                  <a:gd name="textAreaLeft" fmla="*/ 0 w 104760"/>
                  <a:gd name="textAreaRight" fmla="*/ 105120 w 104760"/>
                  <a:gd name="textAreaTop" fmla="*/ 0 h 98280"/>
                  <a:gd name="textAreaBottom" fmla="*/ 98640 h 98280"/>
                </a:gdLst>
                <a:ahLst/>
                <a:cxnLst/>
                <a:rect l="textAreaLeft" t="textAreaTop" r="textAreaRight" b="textAreaBottom"/>
                <a:pathLst>
                  <a:path w="4026" h="3787">
                    <a:moveTo>
                      <a:pt x="191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84" y="3787"/>
                      <a:pt x="191" y="3787"/>
                    </a:cubicBezTo>
                    <a:lnTo>
                      <a:pt x="1334" y="3787"/>
                    </a:lnTo>
                    <a:cubicBezTo>
                      <a:pt x="1418" y="3787"/>
                      <a:pt x="1513" y="3715"/>
                      <a:pt x="1513" y="3608"/>
                    </a:cubicBezTo>
                    <a:lnTo>
                      <a:pt x="1513" y="2382"/>
                    </a:lnTo>
                    <a:cubicBezTo>
                      <a:pt x="1513" y="1977"/>
                      <a:pt x="1596" y="1501"/>
                      <a:pt x="2037" y="1501"/>
                    </a:cubicBezTo>
                    <a:cubicBezTo>
                      <a:pt x="2347" y="1501"/>
                      <a:pt x="2477" y="1763"/>
                      <a:pt x="2525" y="2060"/>
                    </a:cubicBezTo>
                    <a:cubicBezTo>
                      <a:pt x="2537" y="2156"/>
                      <a:pt x="2608" y="2215"/>
                      <a:pt x="2692" y="2215"/>
                    </a:cubicBezTo>
                    <a:cubicBezTo>
                      <a:pt x="2787" y="2215"/>
                      <a:pt x="2870" y="2120"/>
                      <a:pt x="2847" y="2025"/>
                    </a:cubicBezTo>
                    <a:cubicBezTo>
                      <a:pt x="2763" y="1465"/>
                      <a:pt x="2477" y="1155"/>
                      <a:pt x="2013" y="1155"/>
                    </a:cubicBezTo>
                    <a:cubicBezTo>
                      <a:pt x="1465" y="1155"/>
                      <a:pt x="1156" y="1608"/>
                      <a:pt x="1156" y="2382"/>
                    </a:cubicBezTo>
                    <a:lnTo>
                      <a:pt x="1156" y="3430"/>
                    </a:lnTo>
                    <a:lnTo>
                      <a:pt x="346" y="3430"/>
                    </a:lnTo>
                    <a:lnTo>
                      <a:pt x="346" y="358"/>
                    </a:lnTo>
                    <a:lnTo>
                      <a:pt x="918" y="358"/>
                    </a:lnTo>
                    <a:lnTo>
                      <a:pt x="918" y="572"/>
                    </a:lnTo>
                    <a:cubicBezTo>
                      <a:pt x="918" y="632"/>
                      <a:pt x="930" y="679"/>
                      <a:pt x="977" y="715"/>
                    </a:cubicBezTo>
                    <a:cubicBezTo>
                      <a:pt x="1007" y="733"/>
                      <a:pt x="1043" y="742"/>
                      <a:pt x="1078" y="742"/>
                    </a:cubicBezTo>
                    <a:cubicBezTo>
                      <a:pt x="1114" y="742"/>
                      <a:pt x="1150" y="733"/>
                      <a:pt x="1180" y="715"/>
                    </a:cubicBezTo>
                    <a:cubicBezTo>
                      <a:pt x="1477" y="477"/>
                      <a:pt x="1835" y="358"/>
                      <a:pt x="2227" y="358"/>
                    </a:cubicBezTo>
                    <a:cubicBezTo>
                      <a:pt x="3204" y="358"/>
                      <a:pt x="3656" y="1191"/>
                      <a:pt x="3656" y="2001"/>
                    </a:cubicBezTo>
                    <a:lnTo>
                      <a:pt x="3656" y="3430"/>
                    </a:lnTo>
                    <a:lnTo>
                      <a:pt x="2847" y="3430"/>
                    </a:lnTo>
                    <a:lnTo>
                      <a:pt x="2847" y="2870"/>
                    </a:lnTo>
                    <a:cubicBezTo>
                      <a:pt x="2847" y="2775"/>
                      <a:pt x="2775" y="2703"/>
                      <a:pt x="2692" y="2703"/>
                    </a:cubicBezTo>
                    <a:cubicBezTo>
                      <a:pt x="2597" y="2703"/>
                      <a:pt x="2525" y="2775"/>
                      <a:pt x="2525" y="2870"/>
                    </a:cubicBezTo>
                    <a:lnTo>
                      <a:pt x="2525" y="3596"/>
                    </a:lnTo>
                    <a:cubicBezTo>
                      <a:pt x="2525" y="3691"/>
                      <a:pt x="2597" y="3775"/>
                      <a:pt x="2704" y="3775"/>
                    </a:cubicBezTo>
                    <a:lnTo>
                      <a:pt x="3847" y="3775"/>
                    </a:lnTo>
                    <a:cubicBezTo>
                      <a:pt x="3942" y="3775"/>
                      <a:pt x="4025" y="3703"/>
                      <a:pt x="4025" y="3596"/>
                    </a:cubicBezTo>
                    <a:lnTo>
                      <a:pt x="4025" y="1989"/>
                    </a:lnTo>
                    <a:cubicBezTo>
                      <a:pt x="4025" y="810"/>
                      <a:pt x="3299" y="1"/>
                      <a:pt x="2239" y="1"/>
                    </a:cubicBezTo>
                    <a:cubicBezTo>
                      <a:pt x="1894" y="1"/>
                      <a:pt x="1573" y="84"/>
                      <a:pt x="1275" y="251"/>
                    </a:cubicBezTo>
                    <a:lnTo>
                      <a:pt x="1275" y="179"/>
                    </a:lnTo>
                    <a:cubicBezTo>
                      <a:pt x="1275" y="84"/>
                      <a:pt x="1204" y="1"/>
                      <a:pt x="10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9320" bIns="493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70" name="Google Shape;2430;p64"/>
            <p:cNvSpPr/>
            <p:nvPr/>
          </p:nvSpPr>
          <p:spPr>
            <a:xfrm>
              <a:off x="1234080" y="2984760"/>
              <a:ext cx="597600" cy="385560"/>
            </a:xfrm>
            <a:prstGeom prst="rect">
              <a:avLst/>
            </a:prstGeom>
            <a:noFill/>
            <a:ln w="9525">
              <a:solidFill>
                <a:srgbClr val="eb910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71" name="Google Shape;2431;p64"/>
          <p:cNvGrpSpPr/>
          <p:nvPr/>
        </p:nvGrpSpPr>
        <p:grpSpPr>
          <a:xfrm>
            <a:off x="6774120" y="-1204920"/>
            <a:ext cx="4151520" cy="5527080"/>
            <a:chOff x="6774120" y="-1204920"/>
            <a:chExt cx="4151520" cy="5527080"/>
          </a:xfrm>
        </p:grpSpPr>
        <p:sp>
          <p:nvSpPr>
            <p:cNvPr id="372" name="Google Shape;2433;p64"/>
            <p:cNvSpPr/>
            <p:nvPr/>
          </p:nvSpPr>
          <p:spPr>
            <a:xfrm flipV="1" rot="10800000">
              <a:off x="8072640" y="-349560"/>
              <a:ext cx="1039320" cy="2443680"/>
            </a:xfrm>
            <a:custGeom>
              <a:avLst/>
              <a:gdLst>
                <a:gd name="textAreaLeft" fmla="*/ 0 w 1039320"/>
                <a:gd name="textAreaRight" fmla="*/ 1039680 w 1039320"/>
                <a:gd name="textAreaTop" fmla="*/ 360 h 2443680"/>
                <a:gd name="textAreaBottom" fmla="*/ 2444400 h 244368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80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2434;p64"/>
            <p:cNvSpPr/>
            <p:nvPr/>
          </p:nvSpPr>
          <p:spPr>
            <a:xfrm flipV="1" rot="10800000">
              <a:off x="8241480" y="-350280"/>
              <a:ext cx="1039320" cy="2443680"/>
            </a:xfrm>
            <a:custGeom>
              <a:avLst/>
              <a:gdLst>
                <a:gd name="textAreaLeft" fmla="*/ 0 w 1039320"/>
                <a:gd name="textAreaRight" fmla="*/ 1039680 w 1039320"/>
                <a:gd name="textAreaTop" fmla="*/ 360 h 2443680"/>
                <a:gd name="textAreaBottom" fmla="*/ 2444400 h 244368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80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4" name="Google Shape;2435;p64"/>
            <p:cNvSpPr/>
            <p:nvPr/>
          </p:nvSpPr>
          <p:spPr>
            <a:xfrm flipV="1">
              <a:off x="6774120" y="-1098720"/>
              <a:ext cx="3339000" cy="5420880"/>
            </a:xfrm>
            <a:custGeom>
              <a:avLst/>
              <a:gdLst>
                <a:gd name="textAreaLeft" fmla="*/ 0 w 3339000"/>
                <a:gd name="textAreaRight" fmla="*/ 3339360 w 3339000"/>
                <a:gd name="textAreaTop" fmla="*/ 360 h 5420880"/>
                <a:gd name="textAreaBottom" fmla="*/ 5421600 h 542088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75" name="Google Shape;2436;p64"/>
            <p:cNvGrpSpPr/>
            <p:nvPr/>
          </p:nvGrpSpPr>
          <p:grpSpPr>
            <a:xfrm>
              <a:off x="7802280" y="653040"/>
              <a:ext cx="615960" cy="615960"/>
              <a:chOff x="7802280" y="653040"/>
              <a:chExt cx="615960" cy="615960"/>
            </a:xfrm>
          </p:grpSpPr>
          <p:sp>
            <p:nvSpPr>
              <p:cNvPr id="376" name="Google Shape;2437;p64"/>
              <p:cNvSpPr/>
              <p:nvPr/>
            </p:nvSpPr>
            <p:spPr>
              <a:xfrm flipV="1">
                <a:off x="7802280" y="653040"/>
                <a:ext cx="130320" cy="130320"/>
              </a:xfrm>
              <a:custGeom>
                <a:avLst/>
                <a:gdLst>
                  <a:gd name="textAreaLeft" fmla="*/ 0 w 130320"/>
                  <a:gd name="textAreaRight" fmla="*/ 130680 w 130320"/>
                  <a:gd name="textAreaTop" fmla="*/ 360 h 130320"/>
                  <a:gd name="textAreaBottom" fmla="*/ 131040 h 1303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160" bIns="65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7" name="Google Shape;2438;p64"/>
              <p:cNvSpPr/>
              <p:nvPr/>
            </p:nvSpPr>
            <p:spPr>
              <a:xfrm flipV="1">
                <a:off x="7882920" y="732960"/>
                <a:ext cx="130320" cy="130680"/>
              </a:xfrm>
              <a:custGeom>
                <a:avLst/>
                <a:gdLst>
                  <a:gd name="textAreaLeft" fmla="*/ 0 w 130320"/>
                  <a:gd name="textAreaRight" fmla="*/ 130680 w 130320"/>
                  <a:gd name="textAreaTop" fmla="*/ -360 h 130680"/>
                  <a:gd name="textAreaBottom" fmla="*/ 130680 h 1306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520" bIns="65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8" name="Google Shape;2439;p64"/>
              <p:cNvSpPr/>
              <p:nvPr/>
            </p:nvSpPr>
            <p:spPr>
              <a:xfrm flipV="1">
                <a:off x="7963920" y="814680"/>
                <a:ext cx="130680" cy="130320"/>
              </a:xfrm>
              <a:custGeom>
                <a:avLst/>
                <a:gdLst>
                  <a:gd name="textAreaLeft" fmla="*/ 0 w 130680"/>
                  <a:gd name="textAreaRight" fmla="*/ 131040 w 130680"/>
                  <a:gd name="textAreaTop" fmla="*/ 360 h 130320"/>
                  <a:gd name="textAreaBottom" fmla="*/ 131040 h 1303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160" bIns="65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9" name="Google Shape;2440;p64"/>
              <p:cNvSpPr/>
              <p:nvPr/>
            </p:nvSpPr>
            <p:spPr>
              <a:xfrm flipV="1">
                <a:off x="8044560" y="895680"/>
                <a:ext cx="130680" cy="130320"/>
              </a:xfrm>
              <a:custGeom>
                <a:avLst/>
                <a:gdLst>
                  <a:gd name="textAreaLeft" fmla="*/ 0 w 130680"/>
                  <a:gd name="textAreaRight" fmla="*/ 131040 w 130680"/>
                  <a:gd name="textAreaTop" fmla="*/ 360 h 130320"/>
                  <a:gd name="textAreaBottom" fmla="*/ 131040 h 1303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160" bIns="65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0" name="Google Shape;2441;p64"/>
              <p:cNvSpPr/>
              <p:nvPr/>
            </p:nvSpPr>
            <p:spPr>
              <a:xfrm flipV="1">
                <a:off x="8125920" y="976320"/>
                <a:ext cx="130320" cy="130320"/>
              </a:xfrm>
              <a:custGeom>
                <a:avLst/>
                <a:gdLst>
                  <a:gd name="textAreaLeft" fmla="*/ 0 w 130320"/>
                  <a:gd name="textAreaRight" fmla="*/ 130680 w 130320"/>
                  <a:gd name="textAreaTop" fmla="*/ 360 h 130320"/>
                  <a:gd name="textAreaBottom" fmla="*/ 131040 h 1303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160" bIns="65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1" name="Google Shape;2442;p64"/>
              <p:cNvSpPr/>
              <p:nvPr/>
            </p:nvSpPr>
            <p:spPr>
              <a:xfrm flipV="1">
                <a:off x="8206560" y="1057680"/>
                <a:ext cx="130320" cy="130320"/>
              </a:xfrm>
              <a:custGeom>
                <a:avLst/>
                <a:gdLst>
                  <a:gd name="textAreaLeft" fmla="*/ 0 w 130320"/>
                  <a:gd name="textAreaRight" fmla="*/ 130680 w 130320"/>
                  <a:gd name="textAreaTop" fmla="*/ 360 h 130320"/>
                  <a:gd name="textAreaBottom" fmla="*/ 131040 h 1303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160" bIns="65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2" name="Google Shape;2443;p64"/>
              <p:cNvSpPr/>
              <p:nvPr/>
            </p:nvSpPr>
            <p:spPr>
              <a:xfrm flipV="1">
                <a:off x="8287920" y="1137960"/>
                <a:ext cx="130320" cy="130680"/>
              </a:xfrm>
              <a:custGeom>
                <a:avLst/>
                <a:gdLst>
                  <a:gd name="textAreaLeft" fmla="*/ 0 w 130320"/>
                  <a:gd name="textAreaRight" fmla="*/ 130680 w 130320"/>
                  <a:gd name="textAreaTop" fmla="*/ -360 h 130680"/>
                  <a:gd name="textAreaBottom" fmla="*/ 130680 h 1306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520" bIns="65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83" name="Google Shape;2444;p64"/>
            <p:cNvGrpSpPr/>
            <p:nvPr/>
          </p:nvGrpSpPr>
          <p:grpSpPr>
            <a:xfrm>
              <a:off x="8276760" y="1334520"/>
              <a:ext cx="141480" cy="141480"/>
              <a:chOff x="8276760" y="1334520"/>
              <a:chExt cx="141480" cy="141480"/>
            </a:xfrm>
          </p:grpSpPr>
          <p:sp>
            <p:nvSpPr>
              <p:cNvPr id="384" name="Google Shape;2445;p64"/>
              <p:cNvSpPr/>
              <p:nvPr/>
            </p:nvSpPr>
            <p:spPr>
              <a:xfrm flipV="1">
                <a:off x="8276760" y="1334160"/>
                <a:ext cx="141480" cy="14148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040" bIns="50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5" name="Google Shape;2446;p64"/>
              <p:cNvSpPr/>
              <p:nvPr/>
            </p:nvSpPr>
            <p:spPr>
              <a:xfrm flipV="1">
                <a:off x="8296560" y="1355040"/>
                <a:ext cx="101520" cy="10152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000" bIns="36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86" name="Google Shape;2447;p64"/>
            <p:cNvGrpSpPr/>
            <p:nvPr/>
          </p:nvGrpSpPr>
          <p:grpSpPr>
            <a:xfrm>
              <a:off x="7869960" y="1730520"/>
              <a:ext cx="141480" cy="141480"/>
              <a:chOff x="7869960" y="1730520"/>
              <a:chExt cx="141480" cy="141480"/>
            </a:xfrm>
          </p:grpSpPr>
          <p:sp>
            <p:nvSpPr>
              <p:cNvPr id="387" name="Google Shape;2448;p64"/>
              <p:cNvSpPr/>
              <p:nvPr/>
            </p:nvSpPr>
            <p:spPr>
              <a:xfrm flipV="1">
                <a:off x="7869960" y="1730160"/>
                <a:ext cx="141480" cy="14148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040" bIns="50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8" name="Google Shape;2449;p64"/>
              <p:cNvSpPr/>
              <p:nvPr/>
            </p:nvSpPr>
            <p:spPr>
              <a:xfrm flipV="1">
                <a:off x="7889760" y="1750680"/>
                <a:ext cx="101520" cy="10152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000" bIns="36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89" name="Google Shape;2450;p64"/>
            <p:cNvGrpSpPr/>
            <p:nvPr/>
          </p:nvGrpSpPr>
          <p:grpSpPr>
            <a:xfrm>
              <a:off x="8921880" y="2457000"/>
              <a:ext cx="141480" cy="141480"/>
              <a:chOff x="8921880" y="2457000"/>
              <a:chExt cx="141480" cy="141480"/>
            </a:xfrm>
          </p:grpSpPr>
          <p:sp>
            <p:nvSpPr>
              <p:cNvPr id="390" name="Google Shape;2451;p64"/>
              <p:cNvSpPr/>
              <p:nvPr/>
            </p:nvSpPr>
            <p:spPr>
              <a:xfrm flipV="1">
                <a:off x="8921880" y="2456640"/>
                <a:ext cx="141480" cy="14148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040" bIns="50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1" name="Google Shape;2452;p64"/>
              <p:cNvSpPr/>
              <p:nvPr/>
            </p:nvSpPr>
            <p:spPr>
              <a:xfrm flipV="1">
                <a:off x="8942040" y="2477520"/>
                <a:ext cx="101520" cy="10152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000" bIns="36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92" name="Google Shape;2453;p64"/>
            <p:cNvSpPr/>
            <p:nvPr/>
          </p:nvSpPr>
          <p:spPr>
            <a:xfrm flipV="1">
              <a:off x="9020520" y="1693440"/>
              <a:ext cx="509040" cy="503640"/>
            </a:xfrm>
            <a:custGeom>
              <a:avLst/>
              <a:gdLst>
                <a:gd name="textAreaLeft" fmla="*/ 0 w 509040"/>
                <a:gd name="textAreaRight" fmla="*/ 509400 w 509040"/>
                <a:gd name="textAreaTop" fmla="*/ -360 h 503640"/>
                <a:gd name="textAreaBottom" fmla="*/ 503640 h 50364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93" name="Google Shape;2454;p64"/>
            <p:cNvGrpSpPr/>
            <p:nvPr/>
          </p:nvGrpSpPr>
          <p:grpSpPr>
            <a:xfrm>
              <a:off x="8921880" y="-238320"/>
              <a:ext cx="740880" cy="1747800"/>
              <a:chOff x="8921880" y="-238320"/>
              <a:chExt cx="740880" cy="1747800"/>
            </a:xfrm>
          </p:grpSpPr>
          <p:sp>
            <p:nvSpPr>
              <p:cNvPr id="394" name="Google Shape;2455;p64"/>
              <p:cNvSpPr/>
              <p:nvPr/>
            </p:nvSpPr>
            <p:spPr>
              <a:xfrm flipV="1">
                <a:off x="8921880" y="435960"/>
                <a:ext cx="511200" cy="1073160"/>
              </a:xfrm>
              <a:custGeom>
                <a:avLst/>
                <a:gdLst>
                  <a:gd name="textAreaLeft" fmla="*/ 0 w 511200"/>
                  <a:gd name="textAreaRight" fmla="*/ 511560 w 511200"/>
                  <a:gd name="textAreaTop" fmla="*/ -360 h 1073160"/>
                  <a:gd name="textAreaBottom" fmla="*/ 1073160 h 107316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5" name="Google Shape;2456;p64"/>
              <p:cNvSpPr/>
              <p:nvPr/>
            </p:nvSpPr>
            <p:spPr>
              <a:xfrm flipV="1">
                <a:off x="9303840" y="-238320"/>
                <a:ext cx="261000" cy="1298880"/>
              </a:xfrm>
              <a:custGeom>
                <a:avLst/>
                <a:gdLst>
                  <a:gd name="textAreaLeft" fmla="*/ 0 w 261000"/>
                  <a:gd name="textAreaRight" fmla="*/ 261360 w 261000"/>
                  <a:gd name="textAreaTop" fmla="*/ 360 h 1298880"/>
                  <a:gd name="textAreaBottom" fmla="*/ 1299600 h 129888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6" name="Google Shape;2457;p64"/>
              <p:cNvSpPr/>
              <p:nvPr/>
            </p:nvSpPr>
            <p:spPr>
              <a:xfrm flipV="1">
                <a:off x="9401760" y="-139680"/>
                <a:ext cx="261000" cy="1298880"/>
              </a:xfrm>
              <a:custGeom>
                <a:avLst/>
                <a:gdLst>
                  <a:gd name="textAreaLeft" fmla="*/ 0 w 261000"/>
                  <a:gd name="textAreaRight" fmla="*/ 261360 w 261000"/>
                  <a:gd name="textAreaTop" fmla="*/ 360 h 1298880"/>
                  <a:gd name="textAreaBottom" fmla="*/ 1299600 h 129888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97" name="Google Shape;2458;p64"/>
            <p:cNvGrpSpPr/>
            <p:nvPr/>
          </p:nvGrpSpPr>
          <p:grpSpPr>
            <a:xfrm>
              <a:off x="8506080" y="-115920"/>
              <a:ext cx="957600" cy="768600"/>
              <a:chOff x="8506080" y="-115920"/>
              <a:chExt cx="957600" cy="768600"/>
            </a:xfrm>
          </p:grpSpPr>
          <p:sp>
            <p:nvSpPr>
              <p:cNvPr id="398" name="Google Shape;2459;p64"/>
              <p:cNvSpPr/>
              <p:nvPr/>
            </p:nvSpPr>
            <p:spPr>
              <a:xfrm flipV="1">
                <a:off x="8751240" y="-115920"/>
                <a:ext cx="712440" cy="617040"/>
              </a:xfrm>
              <a:custGeom>
                <a:avLst/>
                <a:gdLst>
                  <a:gd name="textAreaLeft" fmla="*/ 0 w 712440"/>
                  <a:gd name="textAreaRight" fmla="*/ 712800 w 712440"/>
                  <a:gd name="textAreaTop" fmla="*/ 360 h 617040"/>
                  <a:gd name="textAreaBottom" fmla="*/ 617760 h 61704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9" name="Google Shape;2460;p64"/>
              <p:cNvSpPr/>
              <p:nvPr/>
            </p:nvSpPr>
            <p:spPr>
              <a:xfrm flipV="1">
                <a:off x="8738280" y="211680"/>
                <a:ext cx="509040" cy="440640"/>
              </a:xfrm>
              <a:custGeom>
                <a:avLst/>
                <a:gdLst>
                  <a:gd name="textAreaLeft" fmla="*/ 0 w 509040"/>
                  <a:gd name="textAreaRight" fmla="*/ 509400 w 509040"/>
                  <a:gd name="textAreaTop" fmla="*/ 360 h 440640"/>
                  <a:gd name="textAreaBottom" fmla="*/ 441360 h 44064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0" name="Google Shape;2461;p64"/>
              <p:cNvSpPr/>
              <p:nvPr/>
            </p:nvSpPr>
            <p:spPr>
              <a:xfrm flipV="1">
                <a:off x="8506080" y="59760"/>
                <a:ext cx="509040" cy="440640"/>
              </a:xfrm>
              <a:custGeom>
                <a:avLst/>
                <a:gdLst>
                  <a:gd name="textAreaLeft" fmla="*/ 0 w 509040"/>
                  <a:gd name="textAreaRight" fmla="*/ 509400 w 509040"/>
                  <a:gd name="textAreaTop" fmla="*/ 360 h 440640"/>
                  <a:gd name="textAreaBottom" fmla="*/ 441360 h 44064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401" name="Google Shape;2462;p64"/>
            <p:cNvSpPr/>
            <p:nvPr/>
          </p:nvSpPr>
          <p:spPr>
            <a:xfrm flipV="1" rot="16200000">
              <a:off x="8232840" y="1123920"/>
              <a:ext cx="1504440" cy="3000240"/>
            </a:xfrm>
            <a:custGeom>
              <a:avLst/>
              <a:gdLst>
                <a:gd name="textAreaLeft" fmla="*/ 0 w 1504440"/>
                <a:gd name="textAreaRight" fmla="*/ 1504800 w 1504440"/>
                <a:gd name="textAreaTop" fmla="*/ 360 h 3000240"/>
                <a:gd name="textAreaBottom" fmla="*/ 3000960 h 30002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02" name="Google Shape;2463;p64"/>
          <p:cNvGrpSpPr/>
          <p:nvPr/>
        </p:nvGrpSpPr>
        <p:grpSpPr>
          <a:xfrm>
            <a:off x="1233720" y="4151880"/>
            <a:ext cx="4559040" cy="133920"/>
            <a:chOff x="1233720" y="4151880"/>
            <a:chExt cx="4559040" cy="133920"/>
          </a:xfrm>
        </p:grpSpPr>
        <p:sp>
          <p:nvSpPr>
            <p:cNvPr id="403" name="Google Shape;2464;p64"/>
            <p:cNvSpPr/>
            <p:nvPr/>
          </p:nvSpPr>
          <p:spPr>
            <a:xfrm>
              <a:off x="5658840" y="415188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7520" bIns="47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404" name="Google Shape;2465;p64"/>
            <p:cNvCxnSpPr/>
            <p:nvPr/>
          </p:nvCxnSpPr>
          <p:spPr>
            <a:xfrm>
              <a:off x="1233720" y="4218480"/>
              <a:ext cx="446328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405" name="Google Shape;2466;p64"/>
            <p:cNvSpPr/>
            <p:nvPr/>
          </p:nvSpPr>
          <p:spPr>
            <a:xfrm>
              <a:off x="5689080" y="418176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2026-05-19T10:15:39Z</dcterms:created>
  <dc:creator>Unknown Creator</dc:creator>
  <dc:description/>
  <dc:language>en-US</dc:language>
  <cp:lastModifiedBy>Unknown Creator</cp:lastModifiedBy>
  <dcterms:modified xsi:type="dcterms:W3CDTF">2026-05-19T10:15:39Z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