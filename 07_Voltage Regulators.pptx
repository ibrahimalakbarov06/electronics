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3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7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10c1d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oogle Shape;10;p2" descr=""/>
          <p:cNvPicPr/>
          <p:nvPr/>
        </p:nvPicPr>
        <p:blipFill>
          <a:blip r:embed="rId2"/>
          <a:stretch/>
        </p:blipFill>
        <p:spPr>
          <a:xfrm>
            <a:off x="-737640" y="-723960"/>
            <a:ext cx="10711080" cy="65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887560" y="1115640"/>
            <a:ext cx="5542920" cy="2486520"/>
          </a:xfrm>
          <a:prstGeom prst="rect">
            <a:avLst/>
          </a:prstGeom>
          <a:noFill/>
          <a:ln w="0">
            <a:noFill/>
          </a:ln>
          <a:effectLst>
            <a:outerShdw dist="19080" dir="5400000" blurRad="343080" rotWithShape="0">
              <a:srgbClr val="6d9eeb"/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13;p2" descr=""/>
          <p:cNvPicPr/>
          <p:nvPr/>
        </p:nvPicPr>
        <p:blipFill>
          <a:blip r:embed="rId3"/>
          <a:stretch/>
        </p:blipFill>
        <p:spPr>
          <a:xfrm>
            <a:off x="146880" y="-538560"/>
            <a:ext cx="3387960" cy="705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Google Shape;14;p2"/>
          <p:cNvSpPr/>
          <p:nvPr/>
        </p:nvSpPr>
        <p:spPr>
          <a:xfrm>
            <a:off x="550440" y="539640"/>
            <a:ext cx="198072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" name="Google Shape;15;p2"/>
          <p:cNvGrpSpPr/>
          <p:nvPr/>
        </p:nvGrpSpPr>
        <p:grpSpPr>
          <a:xfrm>
            <a:off x="678240" y="1550520"/>
            <a:ext cx="69480" cy="2562120"/>
            <a:chOff x="678240" y="1550520"/>
            <a:chExt cx="69480" cy="2562120"/>
          </a:xfrm>
        </p:grpSpPr>
        <p:sp>
          <p:nvSpPr>
            <p:cNvPr id="8" name="Google Shape;16;p2"/>
            <p:cNvSpPr/>
            <p:nvPr/>
          </p:nvSpPr>
          <p:spPr>
            <a:xfrm>
              <a:off x="678240" y="1550520"/>
              <a:ext cx="30960" cy="435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5"/>
                  </a:moveTo>
                  <a:cubicBezTo>
                    <a:pt x="387" y="106"/>
                    <a:pt x="377" y="87"/>
                    <a:pt x="358" y="68"/>
                  </a:cubicBezTo>
                  <a:cubicBezTo>
                    <a:pt x="338" y="48"/>
                    <a:pt x="319" y="29"/>
                    <a:pt x="290" y="19"/>
                  </a:cubicBezTo>
                  <a:cubicBezTo>
                    <a:pt x="271" y="10"/>
                    <a:pt x="242" y="0"/>
                    <a:pt x="203" y="0"/>
                  </a:cubicBezTo>
                  <a:cubicBezTo>
                    <a:pt x="164" y="0"/>
                    <a:pt x="135" y="10"/>
                    <a:pt x="116" y="19"/>
                  </a:cubicBezTo>
                  <a:cubicBezTo>
                    <a:pt x="87" y="29"/>
                    <a:pt x="68" y="48"/>
                    <a:pt x="48" y="68"/>
                  </a:cubicBezTo>
                  <a:cubicBezTo>
                    <a:pt x="39" y="87"/>
                    <a:pt x="19" y="106"/>
                    <a:pt x="19" y="135"/>
                  </a:cubicBezTo>
                  <a:cubicBezTo>
                    <a:pt x="10" y="155"/>
                    <a:pt x="0" y="184"/>
                    <a:pt x="0" y="222"/>
                  </a:cubicBezTo>
                  <a:cubicBezTo>
                    <a:pt x="0" y="242"/>
                    <a:pt x="0" y="261"/>
                    <a:pt x="0" y="290"/>
                  </a:cubicBezTo>
                  <a:cubicBezTo>
                    <a:pt x="0" y="309"/>
                    <a:pt x="0" y="329"/>
                    <a:pt x="0" y="348"/>
                  </a:cubicBezTo>
                  <a:cubicBezTo>
                    <a:pt x="0" y="386"/>
                    <a:pt x="10" y="415"/>
                    <a:pt x="19" y="435"/>
                  </a:cubicBezTo>
                  <a:cubicBezTo>
                    <a:pt x="19" y="464"/>
                    <a:pt x="39" y="493"/>
                    <a:pt x="48" y="512"/>
                  </a:cubicBezTo>
                  <a:cubicBezTo>
                    <a:pt x="68" y="531"/>
                    <a:pt x="87" y="541"/>
                    <a:pt x="116" y="551"/>
                  </a:cubicBezTo>
                  <a:cubicBezTo>
                    <a:pt x="135" y="560"/>
                    <a:pt x="164" y="570"/>
                    <a:pt x="203" y="570"/>
                  </a:cubicBezTo>
                  <a:cubicBezTo>
                    <a:pt x="242" y="570"/>
                    <a:pt x="271" y="560"/>
                    <a:pt x="290" y="551"/>
                  </a:cubicBezTo>
                  <a:cubicBezTo>
                    <a:pt x="319" y="541"/>
                    <a:pt x="338" y="531"/>
                    <a:pt x="358" y="512"/>
                  </a:cubicBezTo>
                  <a:cubicBezTo>
                    <a:pt x="377" y="493"/>
                    <a:pt x="387" y="464"/>
                    <a:pt x="396" y="435"/>
                  </a:cubicBezTo>
                  <a:cubicBezTo>
                    <a:pt x="396" y="415"/>
                    <a:pt x="406" y="386"/>
                    <a:pt x="406" y="348"/>
                  </a:cubicBezTo>
                  <a:cubicBezTo>
                    <a:pt x="406" y="329"/>
                    <a:pt x="406" y="309"/>
                    <a:pt x="406" y="290"/>
                  </a:cubicBezTo>
                  <a:cubicBezTo>
                    <a:pt x="406" y="261"/>
                    <a:pt x="406" y="242"/>
                    <a:pt x="406" y="222"/>
                  </a:cubicBezTo>
                  <a:cubicBezTo>
                    <a:pt x="406" y="184"/>
                    <a:pt x="396" y="155"/>
                    <a:pt x="396" y="135"/>
                  </a:cubicBezTo>
                  <a:close/>
                  <a:moveTo>
                    <a:pt x="77" y="290"/>
                  </a:moveTo>
                  <a:cubicBezTo>
                    <a:pt x="77" y="261"/>
                    <a:pt x="77" y="242"/>
                    <a:pt x="77" y="222"/>
                  </a:cubicBezTo>
                  <a:cubicBezTo>
                    <a:pt x="77" y="164"/>
                    <a:pt x="87" y="135"/>
                    <a:pt x="106" y="106"/>
                  </a:cubicBezTo>
                  <a:cubicBezTo>
                    <a:pt x="135" y="87"/>
                    <a:pt x="164" y="68"/>
                    <a:pt x="203" y="68"/>
                  </a:cubicBezTo>
                  <a:cubicBezTo>
                    <a:pt x="242" y="68"/>
                    <a:pt x="280" y="87"/>
                    <a:pt x="300" y="106"/>
                  </a:cubicBezTo>
                  <a:cubicBezTo>
                    <a:pt x="319" y="135"/>
                    <a:pt x="329" y="164"/>
                    <a:pt x="329" y="222"/>
                  </a:cubicBezTo>
                  <a:cubicBezTo>
                    <a:pt x="329" y="242"/>
                    <a:pt x="329" y="261"/>
                    <a:pt x="329" y="290"/>
                  </a:cubicBezTo>
                  <a:cubicBezTo>
                    <a:pt x="329" y="309"/>
                    <a:pt x="329" y="329"/>
                    <a:pt x="329" y="348"/>
                  </a:cubicBezTo>
                  <a:cubicBezTo>
                    <a:pt x="329" y="406"/>
                    <a:pt x="319" y="435"/>
                    <a:pt x="300" y="464"/>
                  </a:cubicBezTo>
                  <a:cubicBezTo>
                    <a:pt x="280" y="483"/>
                    <a:pt x="242" y="502"/>
                    <a:pt x="203" y="502"/>
                  </a:cubicBezTo>
                  <a:cubicBezTo>
                    <a:pt x="164" y="502"/>
                    <a:pt x="135" y="483"/>
                    <a:pt x="106" y="464"/>
                  </a:cubicBezTo>
                  <a:cubicBezTo>
                    <a:pt x="87" y="435"/>
                    <a:pt x="77" y="406"/>
                    <a:pt x="77" y="348"/>
                  </a:cubicBezTo>
                  <a:cubicBezTo>
                    <a:pt x="77" y="329"/>
                    <a:pt x="77" y="309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7;p2"/>
            <p:cNvSpPr/>
            <p:nvPr/>
          </p:nvSpPr>
          <p:spPr>
            <a:xfrm>
              <a:off x="714600" y="1551240"/>
              <a:ext cx="19800" cy="421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fill="none" w="262" h="552">
                  <a:moveTo>
                    <a:pt x="261" y="20"/>
                  </a:moveTo>
                  <a:cubicBezTo>
                    <a:pt x="261" y="10"/>
                    <a:pt x="252" y="10"/>
                    <a:pt x="252" y="1"/>
                  </a:cubicBezTo>
                  <a:cubicBezTo>
                    <a:pt x="242" y="1"/>
                    <a:pt x="242" y="1"/>
                    <a:pt x="232" y="1"/>
                  </a:cubicBezTo>
                  <a:lnTo>
                    <a:pt x="203" y="1"/>
                  </a:lnTo>
                  <a:cubicBezTo>
                    <a:pt x="203" y="1"/>
                    <a:pt x="194" y="1"/>
                    <a:pt x="194" y="1"/>
                  </a:cubicBezTo>
                  <a:cubicBezTo>
                    <a:pt x="184" y="1"/>
                    <a:pt x="184" y="1"/>
                    <a:pt x="174" y="1"/>
                  </a:cubicBezTo>
                  <a:lnTo>
                    <a:pt x="10" y="136"/>
                  </a:lnTo>
                  <a:cubicBezTo>
                    <a:pt x="1" y="136"/>
                    <a:pt x="1" y="146"/>
                    <a:pt x="1" y="146"/>
                  </a:cubicBezTo>
                  <a:cubicBezTo>
                    <a:pt x="1" y="155"/>
                    <a:pt x="1" y="165"/>
                    <a:pt x="1" y="165"/>
                  </a:cubicBezTo>
                  <a:lnTo>
                    <a:pt x="20" y="194"/>
                  </a:lnTo>
                  <a:cubicBezTo>
                    <a:pt x="30" y="194"/>
                    <a:pt x="30" y="194"/>
                    <a:pt x="39" y="194"/>
                  </a:cubicBezTo>
                  <a:cubicBezTo>
                    <a:pt x="39" y="194"/>
                    <a:pt x="49" y="194"/>
                    <a:pt x="49" y="194"/>
                  </a:cubicBezTo>
                  <a:lnTo>
                    <a:pt x="184" y="97"/>
                  </a:lnTo>
                  <a:lnTo>
                    <a:pt x="184" y="532"/>
                  </a:lnTo>
                  <a:cubicBezTo>
                    <a:pt x="184" y="542"/>
                    <a:pt x="184" y="542"/>
                    <a:pt x="184" y="551"/>
                  </a:cubicBezTo>
                  <a:cubicBezTo>
                    <a:pt x="194" y="551"/>
                    <a:pt x="194" y="551"/>
                    <a:pt x="203" y="551"/>
                  </a:cubicBezTo>
                  <a:lnTo>
                    <a:pt x="232" y="551"/>
                  </a:lnTo>
                  <a:cubicBezTo>
                    <a:pt x="242" y="551"/>
                    <a:pt x="242" y="551"/>
                    <a:pt x="252" y="551"/>
                  </a:cubicBezTo>
                  <a:cubicBezTo>
                    <a:pt x="252" y="542"/>
                    <a:pt x="261" y="542"/>
                    <a:pt x="261" y="532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8;p2"/>
            <p:cNvSpPr/>
            <p:nvPr/>
          </p:nvSpPr>
          <p:spPr>
            <a:xfrm>
              <a:off x="678960" y="2202480"/>
              <a:ext cx="20520" cy="50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fill="none" w="272" h="69">
                  <a:moveTo>
                    <a:pt x="252" y="68"/>
                  </a:moveTo>
                  <a:cubicBezTo>
                    <a:pt x="262" y="68"/>
                    <a:pt x="262" y="68"/>
                    <a:pt x="271" y="58"/>
                  </a:cubicBezTo>
                  <a:cubicBezTo>
                    <a:pt x="271" y="58"/>
                    <a:pt x="271" y="49"/>
                    <a:pt x="271" y="49"/>
                  </a:cubicBezTo>
                  <a:lnTo>
                    <a:pt x="271" y="20"/>
                  </a:lnTo>
                  <a:cubicBezTo>
                    <a:pt x="271" y="10"/>
                    <a:pt x="271" y="10"/>
                    <a:pt x="271" y="0"/>
                  </a:cubicBezTo>
                  <a:cubicBezTo>
                    <a:pt x="262" y="0"/>
                    <a:pt x="262" y="0"/>
                    <a:pt x="252" y="0"/>
                  </a:cubicBezTo>
                  <a:lnTo>
                    <a:pt x="20" y="0"/>
                  </a:lnTo>
                  <a:cubicBezTo>
                    <a:pt x="10" y="0"/>
                    <a:pt x="10" y="0"/>
                    <a:pt x="1" y="0"/>
                  </a:cubicBezTo>
                  <a:cubicBezTo>
                    <a:pt x="1" y="10"/>
                    <a:pt x="1" y="10"/>
                    <a:pt x="1" y="20"/>
                  </a:cubicBezTo>
                  <a:lnTo>
                    <a:pt x="1" y="49"/>
                  </a:lnTo>
                  <a:cubicBezTo>
                    <a:pt x="1" y="49"/>
                    <a:pt x="1" y="58"/>
                    <a:pt x="1" y="58"/>
                  </a:cubicBezTo>
                  <a:cubicBezTo>
                    <a:pt x="10" y="68"/>
                    <a:pt x="10" y="68"/>
                    <a:pt x="20" y="68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678240" y="2809440"/>
              <a:ext cx="30960" cy="4428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fill="none" w="406" h="581">
                  <a:moveTo>
                    <a:pt x="396" y="136"/>
                  </a:moveTo>
                  <a:cubicBezTo>
                    <a:pt x="387" y="107"/>
                    <a:pt x="377" y="88"/>
                    <a:pt x="358" y="68"/>
                  </a:cubicBezTo>
                  <a:cubicBezTo>
                    <a:pt x="338" y="49"/>
                    <a:pt x="319" y="30"/>
                    <a:pt x="290" y="20"/>
                  </a:cubicBezTo>
                  <a:cubicBezTo>
                    <a:pt x="271" y="10"/>
                    <a:pt x="242" y="1"/>
                    <a:pt x="203" y="1"/>
                  </a:cubicBezTo>
                  <a:cubicBezTo>
                    <a:pt x="164" y="1"/>
                    <a:pt x="135" y="10"/>
                    <a:pt x="116" y="20"/>
                  </a:cubicBezTo>
                  <a:cubicBezTo>
                    <a:pt x="87" y="30"/>
                    <a:pt x="68" y="49"/>
                    <a:pt x="48" y="68"/>
                  </a:cubicBezTo>
                  <a:cubicBezTo>
                    <a:pt x="39" y="88"/>
                    <a:pt x="19" y="107"/>
                    <a:pt x="19" y="136"/>
                  </a:cubicBezTo>
                  <a:cubicBezTo>
                    <a:pt x="10" y="165"/>
                    <a:pt x="0" y="194"/>
                    <a:pt x="0" y="223"/>
                  </a:cubicBezTo>
                  <a:cubicBezTo>
                    <a:pt x="0" y="252"/>
                    <a:pt x="0" y="271"/>
                    <a:pt x="0" y="290"/>
                  </a:cubicBezTo>
                  <a:cubicBezTo>
                    <a:pt x="0" y="310"/>
                    <a:pt x="0" y="329"/>
                    <a:pt x="0" y="358"/>
                  </a:cubicBezTo>
                  <a:cubicBezTo>
                    <a:pt x="0" y="387"/>
                    <a:pt x="10" y="416"/>
                    <a:pt x="19" y="445"/>
                  </a:cubicBezTo>
                  <a:cubicBezTo>
                    <a:pt x="19" y="474"/>
                    <a:pt x="39" y="493"/>
                    <a:pt x="48" y="513"/>
                  </a:cubicBezTo>
                  <a:cubicBezTo>
                    <a:pt x="68" y="532"/>
                    <a:pt x="87" y="551"/>
                    <a:pt x="116" y="561"/>
                  </a:cubicBezTo>
                  <a:cubicBezTo>
                    <a:pt x="135" y="571"/>
                    <a:pt x="164" y="580"/>
                    <a:pt x="203" y="580"/>
                  </a:cubicBezTo>
                  <a:cubicBezTo>
                    <a:pt x="242" y="580"/>
                    <a:pt x="271" y="571"/>
                    <a:pt x="290" y="561"/>
                  </a:cubicBezTo>
                  <a:cubicBezTo>
                    <a:pt x="319" y="551"/>
                    <a:pt x="338" y="532"/>
                    <a:pt x="358" y="513"/>
                  </a:cubicBezTo>
                  <a:cubicBezTo>
                    <a:pt x="377" y="493"/>
                    <a:pt x="387" y="474"/>
                    <a:pt x="396" y="445"/>
                  </a:cubicBezTo>
                  <a:cubicBezTo>
                    <a:pt x="396" y="416"/>
                    <a:pt x="406" y="387"/>
                    <a:pt x="406" y="358"/>
                  </a:cubicBezTo>
                  <a:cubicBezTo>
                    <a:pt x="406" y="329"/>
                    <a:pt x="406" y="310"/>
                    <a:pt x="406" y="290"/>
                  </a:cubicBezTo>
                  <a:cubicBezTo>
                    <a:pt x="406" y="271"/>
                    <a:pt x="406" y="252"/>
                    <a:pt x="406" y="223"/>
                  </a:cubicBezTo>
                  <a:cubicBezTo>
                    <a:pt x="406" y="194"/>
                    <a:pt x="396" y="165"/>
                    <a:pt x="396" y="136"/>
                  </a:cubicBezTo>
                  <a:close/>
                  <a:moveTo>
                    <a:pt x="77" y="290"/>
                  </a:moveTo>
                  <a:cubicBezTo>
                    <a:pt x="77" y="271"/>
                    <a:pt x="77" y="252"/>
                    <a:pt x="77" y="223"/>
                  </a:cubicBezTo>
                  <a:cubicBezTo>
                    <a:pt x="77" y="174"/>
                    <a:pt x="87" y="136"/>
                    <a:pt x="106" y="117"/>
                  </a:cubicBezTo>
                  <a:cubicBezTo>
                    <a:pt x="135" y="88"/>
                    <a:pt x="164" y="78"/>
                    <a:pt x="203" y="78"/>
                  </a:cubicBezTo>
                  <a:cubicBezTo>
                    <a:pt x="242" y="78"/>
                    <a:pt x="280" y="88"/>
                    <a:pt x="300" y="117"/>
                  </a:cubicBezTo>
                  <a:cubicBezTo>
                    <a:pt x="319" y="136"/>
                    <a:pt x="329" y="174"/>
                    <a:pt x="329" y="223"/>
                  </a:cubicBezTo>
                  <a:cubicBezTo>
                    <a:pt x="329" y="252"/>
                    <a:pt x="329" y="271"/>
                    <a:pt x="329" y="290"/>
                  </a:cubicBezTo>
                  <a:cubicBezTo>
                    <a:pt x="329" y="310"/>
                    <a:pt x="329" y="329"/>
                    <a:pt x="329" y="358"/>
                  </a:cubicBezTo>
                  <a:cubicBezTo>
                    <a:pt x="329" y="406"/>
                    <a:pt x="319" y="445"/>
                    <a:pt x="300" y="464"/>
                  </a:cubicBezTo>
                  <a:cubicBezTo>
                    <a:pt x="280" y="493"/>
                    <a:pt x="242" y="503"/>
                    <a:pt x="203" y="503"/>
                  </a:cubicBezTo>
                  <a:cubicBezTo>
                    <a:pt x="164" y="503"/>
                    <a:pt x="135" y="493"/>
                    <a:pt x="106" y="464"/>
                  </a:cubicBezTo>
                  <a:cubicBezTo>
                    <a:pt x="87" y="445"/>
                    <a:pt x="77" y="406"/>
                    <a:pt x="77" y="358"/>
                  </a:cubicBezTo>
                  <a:cubicBezTo>
                    <a:pt x="77" y="329"/>
                    <a:pt x="77" y="310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0;p2"/>
            <p:cNvSpPr/>
            <p:nvPr/>
          </p:nvSpPr>
          <p:spPr>
            <a:xfrm>
              <a:off x="716040" y="2809440"/>
              <a:ext cx="29520" cy="435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fill="none" w="388" h="571">
                  <a:moveTo>
                    <a:pt x="20" y="484"/>
                  </a:moveTo>
                  <a:cubicBezTo>
                    <a:pt x="11" y="493"/>
                    <a:pt x="11" y="503"/>
                    <a:pt x="1" y="503"/>
                  </a:cubicBezTo>
                  <a:cubicBezTo>
                    <a:pt x="1" y="503"/>
                    <a:pt x="1" y="513"/>
                    <a:pt x="1" y="522"/>
                  </a:cubicBezTo>
                  <a:lnTo>
                    <a:pt x="1" y="542"/>
                  </a:lnTo>
                  <a:cubicBezTo>
                    <a:pt x="1" y="551"/>
                    <a:pt x="1" y="561"/>
                    <a:pt x="11" y="561"/>
                  </a:cubicBezTo>
                  <a:cubicBezTo>
                    <a:pt x="11" y="561"/>
                    <a:pt x="20" y="571"/>
                    <a:pt x="20" y="571"/>
                  </a:cubicBezTo>
                  <a:lnTo>
                    <a:pt x="368" y="571"/>
                  </a:lnTo>
                  <a:cubicBezTo>
                    <a:pt x="368" y="571"/>
                    <a:pt x="378" y="561"/>
                    <a:pt x="378" y="561"/>
                  </a:cubicBezTo>
                  <a:cubicBezTo>
                    <a:pt x="387" y="561"/>
                    <a:pt x="387" y="551"/>
                    <a:pt x="387" y="542"/>
                  </a:cubicBezTo>
                  <a:lnTo>
                    <a:pt x="387" y="522"/>
                  </a:lnTo>
                  <a:cubicBezTo>
                    <a:pt x="387" y="513"/>
                    <a:pt x="387" y="503"/>
                    <a:pt x="378" y="503"/>
                  </a:cubicBezTo>
                  <a:cubicBezTo>
                    <a:pt x="378" y="503"/>
                    <a:pt x="368" y="493"/>
                    <a:pt x="368" y="493"/>
                  </a:cubicBezTo>
                  <a:lnTo>
                    <a:pt x="117" y="493"/>
                  </a:lnTo>
                  <a:lnTo>
                    <a:pt x="300" y="329"/>
                  </a:lnTo>
                  <a:cubicBezTo>
                    <a:pt x="310" y="319"/>
                    <a:pt x="320" y="310"/>
                    <a:pt x="329" y="300"/>
                  </a:cubicBezTo>
                  <a:cubicBezTo>
                    <a:pt x="339" y="281"/>
                    <a:pt x="349" y="271"/>
                    <a:pt x="358" y="261"/>
                  </a:cubicBezTo>
                  <a:cubicBezTo>
                    <a:pt x="358" y="252"/>
                    <a:pt x="368" y="232"/>
                    <a:pt x="368" y="223"/>
                  </a:cubicBezTo>
                  <a:cubicBezTo>
                    <a:pt x="368" y="203"/>
                    <a:pt x="378" y="194"/>
                    <a:pt x="378" y="174"/>
                  </a:cubicBezTo>
                  <a:cubicBezTo>
                    <a:pt x="378" y="155"/>
                    <a:pt x="368" y="126"/>
                    <a:pt x="358" y="107"/>
                  </a:cubicBezTo>
                  <a:cubicBezTo>
                    <a:pt x="358" y="88"/>
                    <a:pt x="339" y="68"/>
                    <a:pt x="329" y="59"/>
                  </a:cubicBezTo>
                  <a:cubicBezTo>
                    <a:pt x="310" y="39"/>
                    <a:pt x="291" y="30"/>
                    <a:pt x="271" y="20"/>
                  </a:cubicBezTo>
                  <a:cubicBezTo>
                    <a:pt x="252" y="10"/>
                    <a:pt x="223" y="1"/>
                    <a:pt x="194" y="1"/>
                  </a:cubicBezTo>
                  <a:cubicBezTo>
                    <a:pt x="165" y="1"/>
                    <a:pt x="136" y="10"/>
                    <a:pt x="117" y="20"/>
                  </a:cubicBezTo>
                  <a:cubicBezTo>
                    <a:pt x="98" y="30"/>
                    <a:pt x="78" y="49"/>
                    <a:pt x="59" y="59"/>
                  </a:cubicBezTo>
                  <a:cubicBezTo>
                    <a:pt x="40" y="78"/>
                    <a:pt x="30" y="97"/>
                    <a:pt x="20" y="117"/>
                  </a:cubicBezTo>
                  <a:cubicBezTo>
                    <a:pt x="11" y="136"/>
                    <a:pt x="11" y="155"/>
                    <a:pt x="11" y="174"/>
                  </a:cubicBezTo>
                  <a:cubicBezTo>
                    <a:pt x="11" y="184"/>
                    <a:pt x="11" y="184"/>
                    <a:pt x="11" y="184"/>
                  </a:cubicBezTo>
                  <a:cubicBezTo>
                    <a:pt x="20" y="194"/>
                    <a:pt x="20" y="194"/>
                    <a:pt x="30" y="194"/>
                  </a:cubicBezTo>
                  <a:lnTo>
                    <a:pt x="59" y="194"/>
                  </a:lnTo>
                  <a:cubicBezTo>
                    <a:pt x="69" y="194"/>
                    <a:pt x="69" y="194"/>
                    <a:pt x="78" y="184"/>
                  </a:cubicBezTo>
                  <a:cubicBezTo>
                    <a:pt x="78" y="184"/>
                    <a:pt x="78" y="184"/>
                    <a:pt x="88" y="174"/>
                  </a:cubicBezTo>
                  <a:cubicBezTo>
                    <a:pt x="88" y="165"/>
                    <a:pt x="88" y="145"/>
                    <a:pt x="98" y="136"/>
                  </a:cubicBezTo>
                  <a:cubicBezTo>
                    <a:pt x="98" y="126"/>
                    <a:pt x="107" y="117"/>
                    <a:pt x="117" y="107"/>
                  </a:cubicBezTo>
                  <a:cubicBezTo>
                    <a:pt x="126" y="97"/>
                    <a:pt x="136" y="88"/>
                    <a:pt x="146" y="88"/>
                  </a:cubicBezTo>
                  <a:cubicBezTo>
                    <a:pt x="165" y="78"/>
                    <a:pt x="175" y="78"/>
                    <a:pt x="194" y="78"/>
                  </a:cubicBezTo>
                  <a:cubicBezTo>
                    <a:pt x="233" y="78"/>
                    <a:pt x="262" y="88"/>
                    <a:pt x="271" y="107"/>
                  </a:cubicBezTo>
                  <a:cubicBezTo>
                    <a:pt x="291" y="126"/>
                    <a:pt x="300" y="145"/>
                    <a:pt x="300" y="174"/>
                  </a:cubicBezTo>
                  <a:cubicBezTo>
                    <a:pt x="300" y="194"/>
                    <a:pt x="291" y="213"/>
                    <a:pt x="291" y="232"/>
                  </a:cubicBezTo>
                  <a:cubicBezTo>
                    <a:pt x="281" y="252"/>
                    <a:pt x="271" y="261"/>
                    <a:pt x="252" y="281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1;p2"/>
            <p:cNvSpPr/>
            <p:nvPr/>
          </p:nvSpPr>
          <p:spPr>
            <a:xfrm>
              <a:off x="678240" y="3439080"/>
              <a:ext cx="30960" cy="435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5"/>
                  </a:moveTo>
                  <a:cubicBezTo>
                    <a:pt x="387" y="106"/>
                    <a:pt x="377" y="87"/>
                    <a:pt x="358" y="68"/>
                  </a:cubicBezTo>
                  <a:cubicBezTo>
                    <a:pt x="338" y="48"/>
                    <a:pt x="319" y="29"/>
                    <a:pt x="290" y="19"/>
                  </a:cubicBezTo>
                  <a:cubicBezTo>
                    <a:pt x="271" y="10"/>
                    <a:pt x="242" y="0"/>
                    <a:pt x="203" y="0"/>
                  </a:cubicBezTo>
                  <a:cubicBezTo>
                    <a:pt x="164" y="0"/>
                    <a:pt x="135" y="10"/>
                    <a:pt x="116" y="19"/>
                  </a:cubicBezTo>
                  <a:cubicBezTo>
                    <a:pt x="87" y="29"/>
                    <a:pt x="68" y="48"/>
                    <a:pt x="48" y="68"/>
                  </a:cubicBezTo>
                  <a:cubicBezTo>
                    <a:pt x="39" y="87"/>
                    <a:pt x="19" y="106"/>
                    <a:pt x="19" y="135"/>
                  </a:cubicBezTo>
                  <a:cubicBezTo>
                    <a:pt x="10" y="164"/>
                    <a:pt x="0" y="193"/>
                    <a:pt x="0" y="222"/>
                  </a:cubicBezTo>
                  <a:cubicBezTo>
                    <a:pt x="0" y="242"/>
                    <a:pt x="0" y="271"/>
                    <a:pt x="0" y="290"/>
                  </a:cubicBezTo>
                  <a:cubicBezTo>
                    <a:pt x="0" y="309"/>
                    <a:pt x="0" y="329"/>
                    <a:pt x="0" y="358"/>
                  </a:cubicBezTo>
                  <a:cubicBezTo>
                    <a:pt x="0" y="387"/>
                    <a:pt x="10" y="416"/>
                    <a:pt x="19" y="445"/>
                  </a:cubicBezTo>
                  <a:cubicBezTo>
                    <a:pt x="19" y="464"/>
                    <a:pt x="39" y="493"/>
                    <a:pt x="48" y="512"/>
                  </a:cubicBezTo>
                  <a:cubicBezTo>
                    <a:pt x="68" y="532"/>
                    <a:pt x="87" y="541"/>
                    <a:pt x="116" y="561"/>
                  </a:cubicBezTo>
                  <a:cubicBezTo>
                    <a:pt x="135" y="570"/>
                    <a:pt x="164" y="570"/>
                    <a:pt x="203" y="570"/>
                  </a:cubicBezTo>
                  <a:cubicBezTo>
                    <a:pt x="242" y="570"/>
                    <a:pt x="271" y="570"/>
                    <a:pt x="290" y="561"/>
                  </a:cubicBezTo>
                  <a:cubicBezTo>
                    <a:pt x="319" y="541"/>
                    <a:pt x="338" y="532"/>
                    <a:pt x="358" y="512"/>
                  </a:cubicBezTo>
                  <a:cubicBezTo>
                    <a:pt x="377" y="493"/>
                    <a:pt x="387" y="464"/>
                    <a:pt x="396" y="445"/>
                  </a:cubicBezTo>
                  <a:cubicBezTo>
                    <a:pt x="396" y="416"/>
                    <a:pt x="406" y="387"/>
                    <a:pt x="406" y="358"/>
                  </a:cubicBezTo>
                  <a:cubicBezTo>
                    <a:pt x="406" y="329"/>
                    <a:pt x="406" y="309"/>
                    <a:pt x="406" y="290"/>
                  </a:cubicBezTo>
                  <a:cubicBezTo>
                    <a:pt x="406" y="271"/>
                    <a:pt x="406" y="242"/>
                    <a:pt x="406" y="222"/>
                  </a:cubicBezTo>
                  <a:cubicBezTo>
                    <a:pt x="406" y="193"/>
                    <a:pt x="396" y="164"/>
                    <a:pt x="396" y="135"/>
                  </a:cubicBezTo>
                  <a:close/>
                  <a:moveTo>
                    <a:pt x="77" y="290"/>
                  </a:moveTo>
                  <a:cubicBezTo>
                    <a:pt x="77" y="271"/>
                    <a:pt x="77" y="242"/>
                    <a:pt x="77" y="222"/>
                  </a:cubicBezTo>
                  <a:cubicBezTo>
                    <a:pt x="77" y="174"/>
                    <a:pt x="87" y="135"/>
                    <a:pt x="106" y="106"/>
                  </a:cubicBezTo>
                  <a:cubicBezTo>
                    <a:pt x="135" y="87"/>
                    <a:pt x="164" y="77"/>
                    <a:pt x="203" y="77"/>
                  </a:cubicBezTo>
                  <a:cubicBezTo>
                    <a:pt x="242" y="77"/>
                    <a:pt x="280" y="87"/>
                    <a:pt x="300" y="106"/>
                  </a:cubicBezTo>
                  <a:cubicBezTo>
                    <a:pt x="319" y="135"/>
                    <a:pt x="329" y="174"/>
                    <a:pt x="329" y="222"/>
                  </a:cubicBezTo>
                  <a:cubicBezTo>
                    <a:pt x="329" y="242"/>
                    <a:pt x="329" y="271"/>
                    <a:pt x="329" y="290"/>
                  </a:cubicBezTo>
                  <a:cubicBezTo>
                    <a:pt x="329" y="309"/>
                    <a:pt x="329" y="329"/>
                    <a:pt x="329" y="358"/>
                  </a:cubicBezTo>
                  <a:cubicBezTo>
                    <a:pt x="329" y="406"/>
                    <a:pt x="319" y="445"/>
                    <a:pt x="300" y="464"/>
                  </a:cubicBezTo>
                  <a:cubicBezTo>
                    <a:pt x="280" y="493"/>
                    <a:pt x="242" y="503"/>
                    <a:pt x="203" y="503"/>
                  </a:cubicBezTo>
                  <a:cubicBezTo>
                    <a:pt x="164" y="503"/>
                    <a:pt x="135" y="493"/>
                    <a:pt x="106" y="464"/>
                  </a:cubicBezTo>
                  <a:cubicBezTo>
                    <a:pt x="87" y="445"/>
                    <a:pt x="77" y="406"/>
                    <a:pt x="77" y="358"/>
                  </a:cubicBezTo>
                  <a:cubicBezTo>
                    <a:pt x="77" y="329"/>
                    <a:pt x="77" y="309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2;p2"/>
            <p:cNvSpPr/>
            <p:nvPr/>
          </p:nvSpPr>
          <p:spPr>
            <a:xfrm>
              <a:off x="715320" y="3439800"/>
              <a:ext cx="30960" cy="4284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fill="none" w="407" h="562">
                  <a:moveTo>
                    <a:pt x="68" y="407"/>
                  </a:moveTo>
                  <a:cubicBezTo>
                    <a:pt x="68" y="407"/>
                    <a:pt x="68" y="407"/>
                    <a:pt x="58" y="407"/>
                  </a:cubicBezTo>
                  <a:lnTo>
                    <a:pt x="20" y="407"/>
                  </a:lnTo>
                  <a:cubicBezTo>
                    <a:pt x="20" y="407"/>
                    <a:pt x="10" y="407"/>
                    <a:pt x="10" y="407"/>
                  </a:cubicBezTo>
                  <a:cubicBezTo>
                    <a:pt x="10" y="416"/>
                    <a:pt x="0" y="416"/>
                    <a:pt x="0" y="426"/>
                  </a:cubicBezTo>
                  <a:cubicBezTo>
                    <a:pt x="10" y="436"/>
                    <a:pt x="10" y="455"/>
                    <a:pt x="20" y="474"/>
                  </a:cubicBezTo>
                  <a:cubicBezTo>
                    <a:pt x="29" y="494"/>
                    <a:pt x="39" y="503"/>
                    <a:pt x="58" y="523"/>
                  </a:cubicBezTo>
                  <a:cubicBezTo>
                    <a:pt x="68" y="532"/>
                    <a:pt x="97" y="542"/>
                    <a:pt x="116" y="552"/>
                  </a:cubicBezTo>
                  <a:cubicBezTo>
                    <a:pt x="145" y="561"/>
                    <a:pt x="174" y="561"/>
                    <a:pt x="213" y="561"/>
                  </a:cubicBezTo>
                  <a:cubicBezTo>
                    <a:pt x="232" y="561"/>
                    <a:pt x="261" y="561"/>
                    <a:pt x="290" y="552"/>
                  </a:cubicBezTo>
                  <a:cubicBezTo>
                    <a:pt x="309" y="542"/>
                    <a:pt x="329" y="532"/>
                    <a:pt x="348" y="523"/>
                  </a:cubicBezTo>
                  <a:cubicBezTo>
                    <a:pt x="367" y="503"/>
                    <a:pt x="377" y="484"/>
                    <a:pt x="387" y="465"/>
                  </a:cubicBezTo>
                  <a:cubicBezTo>
                    <a:pt x="406" y="445"/>
                    <a:pt x="406" y="416"/>
                    <a:pt x="406" y="387"/>
                  </a:cubicBezTo>
                  <a:cubicBezTo>
                    <a:pt x="406" y="368"/>
                    <a:pt x="406" y="349"/>
                    <a:pt x="396" y="329"/>
                  </a:cubicBezTo>
                  <a:cubicBezTo>
                    <a:pt x="387" y="300"/>
                    <a:pt x="377" y="291"/>
                    <a:pt x="358" y="271"/>
                  </a:cubicBezTo>
                  <a:cubicBezTo>
                    <a:pt x="338" y="262"/>
                    <a:pt x="319" y="252"/>
                    <a:pt x="300" y="242"/>
                  </a:cubicBezTo>
                  <a:cubicBezTo>
                    <a:pt x="280" y="233"/>
                    <a:pt x="251" y="233"/>
                    <a:pt x="232" y="233"/>
                  </a:cubicBezTo>
                  <a:lnTo>
                    <a:pt x="367" y="78"/>
                  </a:lnTo>
                  <a:cubicBezTo>
                    <a:pt x="377" y="78"/>
                    <a:pt x="377" y="68"/>
                    <a:pt x="377" y="68"/>
                  </a:cubicBezTo>
                  <a:cubicBezTo>
                    <a:pt x="387" y="59"/>
                    <a:pt x="387" y="59"/>
                    <a:pt x="387" y="49"/>
                  </a:cubicBezTo>
                  <a:lnTo>
                    <a:pt x="387" y="20"/>
                  </a:lnTo>
                  <a:cubicBezTo>
                    <a:pt x="387" y="20"/>
                    <a:pt x="377" y="10"/>
                    <a:pt x="377" y="10"/>
                  </a:cubicBezTo>
                  <a:cubicBezTo>
                    <a:pt x="377" y="1"/>
                    <a:pt x="367" y="1"/>
                    <a:pt x="358" y="1"/>
                  </a:cubicBezTo>
                  <a:lnTo>
                    <a:pt x="49" y="1"/>
                  </a:lnTo>
                  <a:cubicBezTo>
                    <a:pt x="49" y="1"/>
                    <a:pt x="39" y="1"/>
                    <a:pt x="39" y="10"/>
                  </a:cubicBezTo>
                  <a:cubicBezTo>
                    <a:pt x="29" y="10"/>
                    <a:pt x="29" y="20"/>
                    <a:pt x="29" y="20"/>
                  </a:cubicBezTo>
                  <a:lnTo>
                    <a:pt x="29" y="49"/>
                  </a:lnTo>
                  <a:cubicBezTo>
                    <a:pt x="29" y="59"/>
                    <a:pt x="29" y="59"/>
                    <a:pt x="39" y="68"/>
                  </a:cubicBezTo>
                  <a:cubicBezTo>
                    <a:pt x="39" y="68"/>
                    <a:pt x="49" y="68"/>
                    <a:pt x="49" y="68"/>
                  </a:cubicBezTo>
                  <a:lnTo>
                    <a:pt x="280" y="68"/>
                  </a:lnTo>
                  <a:lnTo>
                    <a:pt x="135" y="223"/>
                  </a:lnTo>
                  <a:cubicBezTo>
                    <a:pt x="135" y="233"/>
                    <a:pt x="126" y="233"/>
                    <a:pt x="126" y="233"/>
                  </a:cubicBezTo>
                  <a:cubicBezTo>
                    <a:pt x="126" y="242"/>
                    <a:pt x="126" y="242"/>
                    <a:pt x="126" y="252"/>
                  </a:cubicBezTo>
                  <a:lnTo>
                    <a:pt x="126" y="281"/>
                  </a:lnTo>
                  <a:cubicBezTo>
                    <a:pt x="126" y="281"/>
                    <a:pt x="126" y="291"/>
                    <a:pt x="126" y="291"/>
                  </a:cubicBezTo>
                  <a:cubicBezTo>
                    <a:pt x="135" y="300"/>
                    <a:pt x="135" y="300"/>
                    <a:pt x="145" y="300"/>
                  </a:cubicBezTo>
                  <a:lnTo>
                    <a:pt x="213" y="300"/>
                  </a:lnTo>
                  <a:cubicBezTo>
                    <a:pt x="222" y="300"/>
                    <a:pt x="242" y="300"/>
                    <a:pt x="261" y="300"/>
                  </a:cubicBezTo>
                  <a:cubicBezTo>
                    <a:pt x="271" y="310"/>
                    <a:pt x="290" y="310"/>
                    <a:pt x="300" y="320"/>
                  </a:cubicBezTo>
                  <a:cubicBezTo>
                    <a:pt x="309" y="329"/>
                    <a:pt x="319" y="339"/>
                    <a:pt x="319" y="349"/>
                  </a:cubicBezTo>
                  <a:cubicBezTo>
                    <a:pt x="329" y="358"/>
                    <a:pt x="329" y="378"/>
                    <a:pt x="329" y="387"/>
                  </a:cubicBezTo>
                  <a:cubicBezTo>
                    <a:pt x="329" y="407"/>
                    <a:pt x="329" y="426"/>
                    <a:pt x="319" y="436"/>
                  </a:cubicBezTo>
                  <a:cubicBezTo>
                    <a:pt x="319" y="445"/>
                    <a:pt x="309" y="455"/>
                    <a:pt x="300" y="465"/>
                  </a:cubicBezTo>
                  <a:cubicBezTo>
                    <a:pt x="280" y="474"/>
                    <a:pt x="271" y="484"/>
                    <a:pt x="261" y="484"/>
                  </a:cubicBezTo>
                  <a:cubicBezTo>
                    <a:pt x="242" y="494"/>
                    <a:pt x="222" y="494"/>
                    <a:pt x="213" y="494"/>
                  </a:cubicBezTo>
                  <a:cubicBezTo>
                    <a:pt x="184" y="494"/>
                    <a:pt x="164" y="494"/>
                    <a:pt x="145" y="484"/>
                  </a:cubicBezTo>
                  <a:cubicBezTo>
                    <a:pt x="135" y="484"/>
                    <a:pt x="126" y="474"/>
                    <a:pt x="116" y="474"/>
                  </a:cubicBezTo>
                  <a:cubicBezTo>
                    <a:pt x="107" y="465"/>
                    <a:pt x="97" y="455"/>
                    <a:pt x="87" y="445"/>
                  </a:cubicBezTo>
                  <a:cubicBezTo>
                    <a:pt x="87" y="436"/>
                    <a:pt x="78" y="426"/>
                    <a:pt x="78" y="426"/>
                  </a:cubicBezTo>
                  <a:cubicBezTo>
                    <a:pt x="78" y="416"/>
                    <a:pt x="78" y="416"/>
                    <a:pt x="68" y="407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3;p2"/>
            <p:cNvSpPr/>
            <p:nvPr/>
          </p:nvSpPr>
          <p:spPr>
            <a:xfrm>
              <a:off x="678240" y="4069080"/>
              <a:ext cx="30960" cy="435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6"/>
                  </a:moveTo>
                  <a:cubicBezTo>
                    <a:pt x="387" y="107"/>
                    <a:pt x="377" y="88"/>
                    <a:pt x="358" y="59"/>
                  </a:cubicBezTo>
                  <a:cubicBezTo>
                    <a:pt x="338" y="39"/>
                    <a:pt x="319" y="30"/>
                    <a:pt x="290" y="20"/>
                  </a:cubicBezTo>
                  <a:cubicBezTo>
                    <a:pt x="271" y="10"/>
                    <a:pt x="242" y="1"/>
                    <a:pt x="203" y="1"/>
                  </a:cubicBezTo>
                  <a:cubicBezTo>
                    <a:pt x="164" y="1"/>
                    <a:pt x="135" y="10"/>
                    <a:pt x="116" y="20"/>
                  </a:cubicBezTo>
                  <a:cubicBezTo>
                    <a:pt x="87" y="30"/>
                    <a:pt x="68" y="39"/>
                    <a:pt x="48" y="59"/>
                  </a:cubicBezTo>
                  <a:cubicBezTo>
                    <a:pt x="39" y="88"/>
                    <a:pt x="19" y="107"/>
                    <a:pt x="19" y="136"/>
                  </a:cubicBezTo>
                  <a:cubicBezTo>
                    <a:pt x="10" y="155"/>
                    <a:pt x="0" y="184"/>
                    <a:pt x="0" y="223"/>
                  </a:cubicBezTo>
                  <a:cubicBezTo>
                    <a:pt x="0" y="242"/>
                    <a:pt x="0" y="262"/>
                    <a:pt x="0" y="281"/>
                  </a:cubicBezTo>
                  <a:cubicBezTo>
                    <a:pt x="0" y="310"/>
                    <a:pt x="0" y="329"/>
                    <a:pt x="0" y="349"/>
                  </a:cubicBezTo>
                  <a:cubicBezTo>
                    <a:pt x="0" y="387"/>
                    <a:pt x="10" y="416"/>
                    <a:pt x="19" y="436"/>
                  </a:cubicBezTo>
                  <a:cubicBezTo>
                    <a:pt x="19" y="465"/>
                    <a:pt x="39" y="484"/>
                    <a:pt x="48" y="513"/>
                  </a:cubicBezTo>
                  <a:cubicBezTo>
                    <a:pt x="68" y="532"/>
                    <a:pt x="87" y="542"/>
                    <a:pt x="116" y="552"/>
                  </a:cubicBezTo>
                  <a:cubicBezTo>
                    <a:pt x="135" y="561"/>
                    <a:pt x="164" y="571"/>
                    <a:pt x="203" y="571"/>
                  </a:cubicBezTo>
                  <a:cubicBezTo>
                    <a:pt x="242" y="571"/>
                    <a:pt x="271" y="561"/>
                    <a:pt x="290" y="552"/>
                  </a:cubicBezTo>
                  <a:cubicBezTo>
                    <a:pt x="319" y="542"/>
                    <a:pt x="338" y="532"/>
                    <a:pt x="358" y="513"/>
                  </a:cubicBezTo>
                  <a:cubicBezTo>
                    <a:pt x="377" y="484"/>
                    <a:pt x="387" y="465"/>
                    <a:pt x="396" y="436"/>
                  </a:cubicBezTo>
                  <a:cubicBezTo>
                    <a:pt x="396" y="416"/>
                    <a:pt x="406" y="387"/>
                    <a:pt x="406" y="349"/>
                  </a:cubicBezTo>
                  <a:cubicBezTo>
                    <a:pt x="406" y="329"/>
                    <a:pt x="406" y="310"/>
                    <a:pt x="406" y="281"/>
                  </a:cubicBezTo>
                  <a:cubicBezTo>
                    <a:pt x="406" y="262"/>
                    <a:pt x="406" y="242"/>
                    <a:pt x="406" y="223"/>
                  </a:cubicBezTo>
                  <a:cubicBezTo>
                    <a:pt x="406" y="184"/>
                    <a:pt x="396" y="155"/>
                    <a:pt x="396" y="136"/>
                  </a:cubicBezTo>
                  <a:close/>
                  <a:moveTo>
                    <a:pt x="77" y="281"/>
                  </a:moveTo>
                  <a:cubicBezTo>
                    <a:pt x="77" y="262"/>
                    <a:pt x="77" y="242"/>
                    <a:pt x="77" y="223"/>
                  </a:cubicBezTo>
                  <a:cubicBezTo>
                    <a:pt x="77" y="165"/>
                    <a:pt x="87" y="136"/>
                    <a:pt x="106" y="107"/>
                  </a:cubicBezTo>
                  <a:cubicBezTo>
                    <a:pt x="135" y="88"/>
                    <a:pt x="164" y="68"/>
                    <a:pt x="203" y="68"/>
                  </a:cubicBezTo>
                  <a:cubicBezTo>
                    <a:pt x="242" y="68"/>
                    <a:pt x="280" y="88"/>
                    <a:pt x="300" y="107"/>
                  </a:cubicBezTo>
                  <a:cubicBezTo>
                    <a:pt x="319" y="136"/>
                    <a:pt x="329" y="165"/>
                    <a:pt x="329" y="223"/>
                  </a:cubicBezTo>
                  <a:cubicBezTo>
                    <a:pt x="329" y="242"/>
                    <a:pt x="329" y="262"/>
                    <a:pt x="329" y="281"/>
                  </a:cubicBezTo>
                  <a:cubicBezTo>
                    <a:pt x="329" y="310"/>
                    <a:pt x="329" y="329"/>
                    <a:pt x="329" y="349"/>
                  </a:cubicBezTo>
                  <a:cubicBezTo>
                    <a:pt x="329" y="407"/>
                    <a:pt x="319" y="436"/>
                    <a:pt x="300" y="465"/>
                  </a:cubicBezTo>
                  <a:cubicBezTo>
                    <a:pt x="280" y="484"/>
                    <a:pt x="242" y="503"/>
                    <a:pt x="203" y="503"/>
                  </a:cubicBezTo>
                  <a:cubicBezTo>
                    <a:pt x="164" y="503"/>
                    <a:pt x="135" y="484"/>
                    <a:pt x="106" y="465"/>
                  </a:cubicBezTo>
                  <a:cubicBezTo>
                    <a:pt x="87" y="436"/>
                    <a:pt x="77" y="407"/>
                    <a:pt x="77" y="349"/>
                  </a:cubicBezTo>
                  <a:cubicBezTo>
                    <a:pt x="77" y="329"/>
                    <a:pt x="77" y="310"/>
                    <a:pt x="77" y="281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>
              <a:off x="714600" y="4069800"/>
              <a:ext cx="33120" cy="4212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fill="none" w="436" h="552">
                  <a:moveTo>
                    <a:pt x="329" y="551"/>
                  </a:moveTo>
                  <a:cubicBezTo>
                    <a:pt x="339" y="551"/>
                    <a:pt x="339" y="551"/>
                    <a:pt x="348" y="551"/>
                  </a:cubicBezTo>
                  <a:cubicBezTo>
                    <a:pt x="348" y="542"/>
                    <a:pt x="348" y="542"/>
                    <a:pt x="348" y="532"/>
                  </a:cubicBezTo>
                  <a:lnTo>
                    <a:pt x="348" y="426"/>
                  </a:lnTo>
                  <a:lnTo>
                    <a:pt x="416" y="426"/>
                  </a:lnTo>
                  <a:cubicBezTo>
                    <a:pt x="426" y="426"/>
                    <a:pt x="426" y="416"/>
                    <a:pt x="435" y="416"/>
                  </a:cubicBezTo>
                  <a:cubicBezTo>
                    <a:pt x="435" y="416"/>
                    <a:pt x="435" y="406"/>
                    <a:pt x="435" y="397"/>
                  </a:cubicBezTo>
                  <a:lnTo>
                    <a:pt x="435" y="368"/>
                  </a:lnTo>
                  <a:cubicBezTo>
                    <a:pt x="435" y="368"/>
                    <a:pt x="435" y="358"/>
                    <a:pt x="435" y="358"/>
                  </a:cubicBezTo>
                  <a:cubicBezTo>
                    <a:pt x="426" y="348"/>
                    <a:pt x="426" y="348"/>
                    <a:pt x="416" y="348"/>
                  </a:cubicBezTo>
                  <a:lnTo>
                    <a:pt x="348" y="348"/>
                  </a:lnTo>
                  <a:lnTo>
                    <a:pt x="348" y="20"/>
                  </a:lnTo>
                  <a:cubicBezTo>
                    <a:pt x="348" y="10"/>
                    <a:pt x="348" y="10"/>
                    <a:pt x="348" y="0"/>
                  </a:cubicBezTo>
                  <a:cubicBezTo>
                    <a:pt x="339" y="0"/>
                    <a:pt x="339" y="0"/>
                    <a:pt x="329" y="0"/>
                  </a:cubicBezTo>
                  <a:lnTo>
                    <a:pt x="300" y="0"/>
                  </a:lnTo>
                  <a:cubicBezTo>
                    <a:pt x="290" y="0"/>
                    <a:pt x="281" y="0"/>
                    <a:pt x="281" y="0"/>
                  </a:cubicBezTo>
                  <a:cubicBezTo>
                    <a:pt x="271" y="10"/>
                    <a:pt x="271" y="10"/>
                    <a:pt x="271" y="20"/>
                  </a:cubicBezTo>
                  <a:lnTo>
                    <a:pt x="20" y="348"/>
                  </a:lnTo>
                  <a:cubicBezTo>
                    <a:pt x="10" y="348"/>
                    <a:pt x="10" y="358"/>
                    <a:pt x="10" y="358"/>
                  </a:cubicBezTo>
                  <a:cubicBezTo>
                    <a:pt x="10" y="368"/>
                    <a:pt x="1" y="368"/>
                    <a:pt x="1" y="368"/>
                  </a:cubicBezTo>
                  <a:lnTo>
                    <a:pt x="1" y="397"/>
                  </a:lnTo>
                  <a:cubicBezTo>
                    <a:pt x="1" y="406"/>
                    <a:pt x="10" y="416"/>
                    <a:pt x="10" y="416"/>
                  </a:cubicBezTo>
                  <a:cubicBezTo>
                    <a:pt x="20" y="416"/>
                    <a:pt x="20" y="426"/>
                    <a:pt x="30" y="426"/>
                  </a:cubicBezTo>
                  <a:lnTo>
                    <a:pt x="271" y="426"/>
                  </a:lnTo>
                  <a:lnTo>
                    <a:pt x="271" y="532"/>
                  </a:lnTo>
                  <a:cubicBezTo>
                    <a:pt x="271" y="542"/>
                    <a:pt x="281" y="542"/>
                    <a:pt x="281" y="551"/>
                  </a:cubicBezTo>
                  <a:cubicBezTo>
                    <a:pt x="290" y="551"/>
                    <a:pt x="290" y="551"/>
                    <a:pt x="300" y="551"/>
                  </a:cubicBezTo>
                  <a:close/>
                  <a:moveTo>
                    <a:pt x="107" y="348"/>
                  </a:moveTo>
                  <a:lnTo>
                    <a:pt x="271" y="126"/>
                  </a:lnTo>
                  <a:lnTo>
                    <a:pt x="271" y="348"/>
                  </a:ln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" name="Google Shape;25;p2"/>
          <p:cNvSpPr/>
          <p:nvPr/>
        </p:nvSpPr>
        <p:spPr>
          <a:xfrm>
            <a:off x="2599200" y="539640"/>
            <a:ext cx="599400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2_1_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429;p37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10c1d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8" name="Google Shape;430;p37" descr=""/>
          <p:cNvPicPr/>
          <p:nvPr/>
        </p:nvPicPr>
        <p:blipFill>
          <a:blip r:embed="rId2"/>
          <a:stretch/>
        </p:blipFill>
        <p:spPr>
          <a:xfrm>
            <a:off x="-737640" y="-723960"/>
            <a:ext cx="10711080" cy="65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720000" y="1703880"/>
            <a:ext cx="3768480" cy="232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433;p37"/>
          <p:cNvSpPr/>
          <p:nvPr/>
        </p:nvSpPr>
        <p:spPr>
          <a:xfrm>
            <a:off x="550440" y="539640"/>
            <a:ext cx="463392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434;p37"/>
          <p:cNvSpPr/>
          <p:nvPr/>
        </p:nvSpPr>
        <p:spPr>
          <a:xfrm>
            <a:off x="5296680" y="539640"/>
            <a:ext cx="329652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63" name="Google Shape;435;p37" descr=""/>
          <p:cNvPicPr/>
          <p:nvPr/>
        </p:nvPicPr>
        <p:blipFill>
          <a:blip r:embed="rId3"/>
          <a:stretch/>
        </p:blipFill>
        <p:spPr>
          <a:xfrm>
            <a:off x="5060520" y="292680"/>
            <a:ext cx="3768480" cy="4012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" name="Google Shape;436;p37"/>
          <p:cNvGrpSpPr/>
          <p:nvPr/>
        </p:nvGrpSpPr>
        <p:grpSpPr>
          <a:xfrm>
            <a:off x="5319720" y="4286520"/>
            <a:ext cx="3251160" cy="88200"/>
            <a:chOff x="5319720" y="4286520"/>
            <a:chExt cx="3251160" cy="88200"/>
          </a:xfrm>
        </p:grpSpPr>
        <p:sp>
          <p:nvSpPr>
            <p:cNvPr id="65" name="Google Shape;437;p37"/>
            <p:cNvSpPr/>
            <p:nvPr/>
          </p:nvSpPr>
          <p:spPr>
            <a:xfrm rot="5400000">
              <a:off x="8523360" y="4278240"/>
              <a:ext cx="39240" cy="554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5"/>
                  </a:moveTo>
                  <a:cubicBezTo>
                    <a:pt x="387" y="106"/>
                    <a:pt x="377" y="87"/>
                    <a:pt x="358" y="68"/>
                  </a:cubicBezTo>
                  <a:cubicBezTo>
                    <a:pt x="338" y="48"/>
                    <a:pt x="319" y="29"/>
                    <a:pt x="290" y="19"/>
                  </a:cubicBezTo>
                  <a:cubicBezTo>
                    <a:pt x="271" y="10"/>
                    <a:pt x="242" y="0"/>
                    <a:pt x="203" y="0"/>
                  </a:cubicBezTo>
                  <a:cubicBezTo>
                    <a:pt x="164" y="0"/>
                    <a:pt x="135" y="10"/>
                    <a:pt x="116" y="19"/>
                  </a:cubicBezTo>
                  <a:cubicBezTo>
                    <a:pt x="87" y="29"/>
                    <a:pt x="68" y="48"/>
                    <a:pt x="48" y="68"/>
                  </a:cubicBezTo>
                  <a:cubicBezTo>
                    <a:pt x="39" y="87"/>
                    <a:pt x="19" y="106"/>
                    <a:pt x="19" y="135"/>
                  </a:cubicBezTo>
                  <a:cubicBezTo>
                    <a:pt x="10" y="155"/>
                    <a:pt x="0" y="184"/>
                    <a:pt x="0" y="222"/>
                  </a:cubicBezTo>
                  <a:cubicBezTo>
                    <a:pt x="0" y="242"/>
                    <a:pt x="0" y="261"/>
                    <a:pt x="0" y="290"/>
                  </a:cubicBezTo>
                  <a:cubicBezTo>
                    <a:pt x="0" y="309"/>
                    <a:pt x="0" y="329"/>
                    <a:pt x="0" y="348"/>
                  </a:cubicBezTo>
                  <a:cubicBezTo>
                    <a:pt x="0" y="386"/>
                    <a:pt x="10" y="415"/>
                    <a:pt x="19" y="435"/>
                  </a:cubicBezTo>
                  <a:cubicBezTo>
                    <a:pt x="19" y="464"/>
                    <a:pt x="39" y="493"/>
                    <a:pt x="48" y="512"/>
                  </a:cubicBezTo>
                  <a:cubicBezTo>
                    <a:pt x="68" y="531"/>
                    <a:pt x="87" y="541"/>
                    <a:pt x="116" y="551"/>
                  </a:cubicBezTo>
                  <a:cubicBezTo>
                    <a:pt x="135" y="560"/>
                    <a:pt x="164" y="570"/>
                    <a:pt x="203" y="570"/>
                  </a:cubicBezTo>
                  <a:cubicBezTo>
                    <a:pt x="242" y="570"/>
                    <a:pt x="271" y="560"/>
                    <a:pt x="290" y="551"/>
                  </a:cubicBezTo>
                  <a:cubicBezTo>
                    <a:pt x="319" y="541"/>
                    <a:pt x="338" y="531"/>
                    <a:pt x="358" y="512"/>
                  </a:cubicBezTo>
                  <a:cubicBezTo>
                    <a:pt x="377" y="493"/>
                    <a:pt x="387" y="464"/>
                    <a:pt x="396" y="435"/>
                  </a:cubicBezTo>
                  <a:cubicBezTo>
                    <a:pt x="396" y="415"/>
                    <a:pt x="406" y="386"/>
                    <a:pt x="406" y="348"/>
                  </a:cubicBezTo>
                  <a:cubicBezTo>
                    <a:pt x="406" y="329"/>
                    <a:pt x="406" y="309"/>
                    <a:pt x="406" y="290"/>
                  </a:cubicBezTo>
                  <a:cubicBezTo>
                    <a:pt x="406" y="261"/>
                    <a:pt x="406" y="242"/>
                    <a:pt x="406" y="222"/>
                  </a:cubicBezTo>
                  <a:cubicBezTo>
                    <a:pt x="406" y="184"/>
                    <a:pt x="396" y="155"/>
                    <a:pt x="396" y="135"/>
                  </a:cubicBezTo>
                  <a:close/>
                  <a:moveTo>
                    <a:pt x="77" y="290"/>
                  </a:moveTo>
                  <a:cubicBezTo>
                    <a:pt x="77" y="261"/>
                    <a:pt x="77" y="242"/>
                    <a:pt x="77" y="222"/>
                  </a:cubicBezTo>
                  <a:cubicBezTo>
                    <a:pt x="77" y="164"/>
                    <a:pt x="87" y="135"/>
                    <a:pt x="106" y="106"/>
                  </a:cubicBezTo>
                  <a:cubicBezTo>
                    <a:pt x="135" y="87"/>
                    <a:pt x="164" y="68"/>
                    <a:pt x="203" y="68"/>
                  </a:cubicBezTo>
                  <a:cubicBezTo>
                    <a:pt x="242" y="68"/>
                    <a:pt x="280" y="87"/>
                    <a:pt x="300" y="106"/>
                  </a:cubicBezTo>
                  <a:cubicBezTo>
                    <a:pt x="319" y="135"/>
                    <a:pt x="329" y="164"/>
                    <a:pt x="329" y="222"/>
                  </a:cubicBezTo>
                  <a:cubicBezTo>
                    <a:pt x="329" y="242"/>
                    <a:pt x="329" y="261"/>
                    <a:pt x="329" y="290"/>
                  </a:cubicBezTo>
                  <a:cubicBezTo>
                    <a:pt x="329" y="309"/>
                    <a:pt x="329" y="329"/>
                    <a:pt x="329" y="348"/>
                  </a:cubicBezTo>
                  <a:cubicBezTo>
                    <a:pt x="329" y="406"/>
                    <a:pt x="319" y="435"/>
                    <a:pt x="300" y="464"/>
                  </a:cubicBezTo>
                  <a:cubicBezTo>
                    <a:pt x="280" y="483"/>
                    <a:pt x="242" y="502"/>
                    <a:pt x="203" y="502"/>
                  </a:cubicBezTo>
                  <a:cubicBezTo>
                    <a:pt x="164" y="502"/>
                    <a:pt x="135" y="483"/>
                    <a:pt x="106" y="464"/>
                  </a:cubicBezTo>
                  <a:cubicBezTo>
                    <a:pt x="87" y="435"/>
                    <a:pt x="77" y="406"/>
                    <a:pt x="77" y="348"/>
                  </a:cubicBezTo>
                  <a:cubicBezTo>
                    <a:pt x="77" y="329"/>
                    <a:pt x="77" y="309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438;p37"/>
            <p:cNvSpPr/>
            <p:nvPr/>
          </p:nvSpPr>
          <p:spPr>
            <a:xfrm rot="5400000">
              <a:off x="8530200" y="4318200"/>
              <a:ext cx="25200" cy="5364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fill="none" w="262" h="552">
                  <a:moveTo>
                    <a:pt x="261" y="20"/>
                  </a:moveTo>
                  <a:cubicBezTo>
                    <a:pt x="261" y="10"/>
                    <a:pt x="252" y="10"/>
                    <a:pt x="252" y="1"/>
                  </a:cubicBezTo>
                  <a:cubicBezTo>
                    <a:pt x="242" y="1"/>
                    <a:pt x="242" y="1"/>
                    <a:pt x="232" y="1"/>
                  </a:cubicBezTo>
                  <a:lnTo>
                    <a:pt x="203" y="1"/>
                  </a:lnTo>
                  <a:cubicBezTo>
                    <a:pt x="203" y="1"/>
                    <a:pt x="194" y="1"/>
                    <a:pt x="194" y="1"/>
                  </a:cubicBezTo>
                  <a:cubicBezTo>
                    <a:pt x="184" y="1"/>
                    <a:pt x="184" y="1"/>
                    <a:pt x="174" y="1"/>
                  </a:cubicBezTo>
                  <a:lnTo>
                    <a:pt x="10" y="136"/>
                  </a:lnTo>
                  <a:cubicBezTo>
                    <a:pt x="1" y="136"/>
                    <a:pt x="1" y="146"/>
                    <a:pt x="1" y="146"/>
                  </a:cubicBezTo>
                  <a:cubicBezTo>
                    <a:pt x="1" y="155"/>
                    <a:pt x="1" y="165"/>
                    <a:pt x="1" y="165"/>
                  </a:cubicBezTo>
                  <a:lnTo>
                    <a:pt x="20" y="194"/>
                  </a:lnTo>
                  <a:cubicBezTo>
                    <a:pt x="30" y="194"/>
                    <a:pt x="30" y="194"/>
                    <a:pt x="39" y="194"/>
                  </a:cubicBezTo>
                  <a:cubicBezTo>
                    <a:pt x="39" y="194"/>
                    <a:pt x="49" y="194"/>
                    <a:pt x="49" y="194"/>
                  </a:cubicBezTo>
                  <a:lnTo>
                    <a:pt x="184" y="97"/>
                  </a:lnTo>
                  <a:lnTo>
                    <a:pt x="184" y="532"/>
                  </a:lnTo>
                  <a:cubicBezTo>
                    <a:pt x="184" y="542"/>
                    <a:pt x="184" y="542"/>
                    <a:pt x="184" y="551"/>
                  </a:cubicBezTo>
                  <a:cubicBezTo>
                    <a:pt x="194" y="551"/>
                    <a:pt x="194" y="551"/>
                    <a:pt x="203" y="551"/>
                  </a:cubicBezTo>
                  <a:lnTo>
                    <a:pt x="232" y="551"/>
                  </a:lnTo>
                  <a:cubicBezTo>
                    <a:pt x="242" y="551"/>
                    <a:pt x="242" y="551"/>
                    <a:pt x="252" y="551"/>
                  </a:cubicBezTo>
                  <a:cubicBezTo>
                    <a:pt x="252" y="542"/>
                    <a:pt x="261" y="542"/>
                    <a:pt x="261" y="532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439;p37"/>
            <p:cNvSpPr/>
            <p:nvPr/>
          </p:nvSpPr>
          <p:spPr>
            <a:xfrm rot="5400000">
              <a:off x="7726680" y="4296960"/>
              <a:ext cx="26280" cy="648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fill="none" w="272" h="69">
                  <a:moveTo>
                    <a:pt x="252" y="68"/>
                  </a:moveTo>
                  <a:cubicBezTo>
                    <a:pt x="262" y="68"/>
                    <a:pt x="262" y="68"/>
                    <a:pt x="271" y="58"/>
                  </a:cubicBezTo>
                  <a:cubicBezTo>
                    <a:pt x="271" y="58"/>
                    <a:pt x="271" y="49"/>
                    <a:pt x="271" y="49"/>
                  </a:cubicBezTo>
                  <a:lnTo>
                    <a:pt x="271" y="20"/>
                  </a:lnTo>
                  <a:cubicBezTo>
                    <a:pt x="271" y="10"/>
                    <a:pt x="271" y="10"/>
                    <a:pt x="271" y="0"/>
                  </a:cubicBezTo>
                  <a:cubicBezTo>
                    <a:pt x="262" y="0"/>
                    <a:pt x="262" y="0"/>
                    <a:pt x="252" y="0"/>
                  </a:cubicBezTo>
                  <a:lnTo>
                    <a:pt x="20" y="0"/>
                  </a:lnTo>
                  <a:cubicBezTo>
                    <a:pt x="10" y="0"/>
                    <a:pt x="10" y="0"/>
                    <a:pt x="1" y="0"/>
                  </a:cubicBezTo>
                  <a:cubicBezTo>
                    <a:pt x="1" y="10"/>
                    <a:pt x="1" y="10"/>
                    <a:pt x="1" y="20"/>
                  </a:cubicBezTo>
                  <a:lnTo>
                    <a:pt x="1" y="49"/>
                  </a:lnTo>
                  <a:cubicBezTo>
                    <a:pt x="1" y="49"/>
                    <a:pt x="1" y="58"/>
                    <a:pt x="1" y="58"/>
                  </a:cubicBezTo>
                  <a:cubicBezTo>
                    <a:pt x="10" y="68"/>
                    <a:pt x="10" y="68"/>
                    <a:pt x="20" y="68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440;p37"/>
            <p:cNvSpPr/>
            <p:nvPr/>
          </p:nvSpPr>
          <p:spPr>
            <a:xfrm rot="5400000">
              <a:off x="6925680" y="4277880"/>
              <a:ext cx="39240" cy="5652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56520"/>
                <a:gd name="textAreaBottom" fmla="*/ 56880 h 56520"/>
              </a:gdLst>
              <a:ahLst/>
              <a:cxnLst/>
              <a:rect l="textAreaLeft" t="textAreaTop" r="textAreaRight" b="textAreaBottom"/>
              <a:pathLst>
                <a:path fill="none" w="406" h="581">
                  <a:moveTo>
                    <a:pt x="396" y="136"/>
                  </a:moveTo>
                  <a:cubicBezTo>
                    <a:pt x="387" y="107"/>
                    <a:pt x="377" y="88"/>
                    <a:pt x="358" y="68"/>
                  </a:cubicBezTo>
                  <a:cubicBezTo>
                    <a:pt x="338" y="49"/>
                    <a:pt x="319" y="30"/>
                    <a:pt x="290" y="20"/>
                  </a:cubicBezTo>
                  <a:cubicBezTo>
                    <a:pt x="271" y="10"/>
                    <a:pt x="242" y="1"/>
                    <a:pt x="203" y="1"/>
                  </a:cubicBezTo>
                  <a:cubicBezTo>
                    <a:pt x="164" y="1"/>
                    <a:pt x="135" y="10"/>
                    <a:pt x="116" y="20"/>
                  </a:cubicBezTo>
                  <a:cubicBezTo>
                    <a:pt x="87" y="30"/>
                    <a:pt x="68" y="49"/>
                    <a:pt x="48" y="68"/>
                  </a:cubicBezTo>
                  <a:cubicBezTo>
                    <a:pt x="39" y="88"/>
                    <a:pt x="19" y="107"/>
                    <a:pt x="19" y="136"/>
                  </a:cubicBezTo>
                  <a:cubicBezTo>
                    <a:pt x="10" y="165"/>
                    <a:pt x="0" y="194"/>
                    <a:pt x="0" y="223"/>
                  </a:cubicBezTo>
                  <a:cubicBezTo>
                    <a:pt x="0" y="252"/>
                    <a:pt x="0" y="271"/>
                    <a:pt x="0" y="290"/>
                  </a:cubicBezTo>
                  <a:cubicBezTo>
                    <a:pt x="0" y="310"/>
                    <a:pt x="0" y="329"/>
                    <a:pt x="0" y="358"/>
                  </a:cubicBezTo>
                  <a:cubicBezTo>
                    <a:pt x="0" y="387"/>
                    <a:pt x="10" y="416"/>
                    <a:pt x="19" y="445"/>
                  </a:cubicBezTo>
                  <a:cubicBezTo>
                    <a:pt x="19" y="474"/>
                    <a:pt x="39" y="493"/>
                    <a:pt x="48" y="513"/>
                  </a:cubicBezTo>
                  <a:cubicBezTo>
                    <a:pt x="68" y="532"/>
                    <a:pt x="87" y="551"/>
                    <a:pt x="116" y="561"/>
                  </a:cubicBezTo>
                  <a:cubicBezTo>
                    <a:pt x="135" y="571"/>
                    <a:pt x="164" y="580"/>
                    <a:pt x="203" y="580"/>
                  </a:cubicBezTo>
                  <a:cubicBezTo>
                    <a:pt x="242" y="580"/>
                    <a:pt x="271" y="571"/>
                    <a:pt x="290" y="561"/>
                  </a:cubicBezTo>
                  <a:cubicBezTo>
                    <a:pt x="319" y="551"/>
                    <a:pt x="338" y="532"/>
                    <a:pt x="358" y="513"/>
                  </a:cubicBezTo>
                  <a:cubicBezTo>
                    <a:pt x="377" y="493"/>
                    <a:pt x="387" y="474"/>
                    <a:pt x="396" y="445"/>
                  </a:cubicBezTo>
                  <a:cubicBezTo>
                    <a:pt x="396" y="416"/>
                    <a:pt x="406" y="387"/>
                    <a:pt x="406" y="358"/>
                  </a:cubicBezTo>
                  <a:cubicBezTo>
                    <a:pt x="406" y="329"/>
                    <a:pt x="406" y="310"/>
                    <a:pt x="406" y="290"/>
                  </a:cubicBezTo>
                  <a:cubicBezTo>
                    <a:pt x="406" y="271"/>
                    <a:pt x="406" y="252"/>
                    <a:pt x="406" y="223"/>
                  </a:cubicBezTo>
                  <a:cubicBezTo>
                    <a:pt x="406" y="194"/>
                    <a:pt x="396" y="165"/>
                    <a:pt x="396" y="136"/>
                  </a:cubicBezTo>
                  <a:close/>
                  <a:moveTo>
                    <a:pt x="77" y="290"/>
                  </a:moveTo>
                  <a:cubicBezTo>
                    <a:pt x="77" y="271"/>
                    <a:pt x="77" y="252"/>
                    <a:pt x="77" y="223"/>
                  </a:cubicBezTo>
                  <a:cubicBezTo>
                    <a:pt x="77" y="174"/>
                    <a:pt x="87" y="136"/>
                    <a:pt x="106" y="117"/>
                  </a:cubicBezTo>
                  <a:cubicBezTo>
                    <a:pt x="135" y="88"/>
                    <a:pt x="164" y="78"/>
                    <a:pt x="203" y="78"/>
                  </a:cubicBezTo>
                  <a:cubicBezTo>
                    <a:pt x="242" y="78"/>
                    <a:pt x="280" y="88"/>
                    <a:pt x="300" y="117"/>
                  </a:cubicBezTo>
                  <a:cubicBezTo>
                    <a:pt x="319" y="136"/>
                    <a:pt x="329" y="174"/>
                    <a:pt x="329" y="223"/>
                  </a:cubicBezTo>
                  <a:cubicBezTo>
                    <a:pt x="329" y="252"/>
                    <a:pt x="329" y="271"/>
                    <a:pt x="329" y="290"/>
                  </a:cubicBezTo>
                  <a:cubicBezTo>
                    <a:pt x="329" y="310"/>
                    <a:pt x="329" y="329"/>
                    <a:pt x="329" y="358"/>
                  </a:cubicBezTo>
                  <a:cubicBezTo>
                    <a:pt x="329" y="406"/>
                    <a:pt x="319" y="445"/>
                    <a:pt x="300" y="464"/>
                  </a:cubicBezTo>
                  <a:cubicBezTo>
                    <a:pt x="280" y="493"/>
                    <a:pt x="242" y="503"/>
                    <a:pt x="203" y="503"/>
                  </a:cubicBezTo>
                  <a:cubicBezTo>
                    <a:pt x="164" y="503"/>
                    <a:pt x="135" y="493"/>
                    <a:pt x="106" y="464"/>
                  </a:cubicBezTo>
                  <a:cubicBezTo>
                    <a:pt x="87" y="445"/>
                    <a:pt x="77" y="406"/>
                    <a:pt x="77" y="358"/>
                  </a:cubicBezTo>
                  <a:cubicBezTo>
                    <a:pt x="77" y="329"/>
                    <a:pt x="77" y="310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441;p37"/>
            <p:cNvSpPr/>
            <p:nvPr/>
          </p:nvSpPr>
          <p:spPr>
            <a:xfrm rot="5400000">
              <a:off x="6927120" y="4325400"/>
              <a:ext cx="37440" cy="554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fill="none" w="388" h="571">
                  <a:moveTo>
                    <a:pt x="20" y="484"/>
                  </a:moveTo>
                  <a:cubicBezTo>
                    <a:pt x="11" y="493"/>
                    <a:pt x="11" y="503"/>
                    <a:pt x="1" y="503"/>
                  </a:cubicBezTo>
                  <a:cubicBezTo>
                    <a:pt x="1" y="503"/>
                    <a:pt x="1" y="513"/>
                    <a:pt x="1" y="522"/>
                  </a:cubicBezTo>
                  <a:lnTo>
                    <a:pt x="1" y="542"/>
                  </a:lnTo>
                  <a:cubicBezTo>
                    <a:pt x="1" y="551"/>
                    <a:pt x="1" y="561"/>
                    <a:pt x="11" y="561"/>
                  </a:cubicBezTo>
                  <a:cubicBezTo>
                    <a:pt x="11" y="561"/>
                    <a:pt x="20" y="571"/>
                    <a:pt x="20" y="571"/>
                  </a:cubicBezTo>
                  <a:lnTo>
                    <a:pt x="368" y="571"/>
                  </a:lnTo>
                  <a:cubicBezTo>
                    <a:pt x="368" y="571"/>
                    <a:pt x="378" y="561"/>
                    <a:pt x="378" y="561"/>
                  </a:cubicBezTo>
                  <a:cubicBezTo>
                    <a:pt x="387" y="561"/>
                    <a:pt x="387" y="551"/>
                    <a:pt x="387" y="542"/>
                  </a:cubicBezTo>
                  <a:lnTo>
                    <a:pt x="387" y="522"/>
                  </a:lnTo>
                  <a:cubicBezTo>
                    <a:pt x="387" y="513"/>
                    <a:pt x="387" y="503"/>
                    <a:pt x="378" y="503"/>
                  </a:cubicBezTo>
                  <a:cubicBezTo>
                    <a:pt x="378" y="503"/>
                    <a:pt x="368" y="493"/>
                    <a:pt x="368" y="493"/>
                  </a:cubicBezTo>
                  <a:lnTo>
                    <a:pt x="117" y="493"/>
                  </a:lnTo>
                  <a:lnTo>
                    <a:pt x="300" y="329"/>
                  </a:lnTo>
                  <a:cubicBezTo>
                    <a:pt x="310" y="319"/>
                    <a:pt x="320" y="310"/>
                    <a:pt x="329" y="300"/>
                  </a:cubicBezTo>
                  <a:cubicBezTo>
                    <a:pt x="339" y="281"/>
                    <a:pt x="349" y="271"/>
                    <a:pt x="358" y="261"/>
                  </a:cubicBezTo>
                  <a:cubicBezTo>
                    <a:pt x="358" y="252"/>
                    <a:pt x="368" y="232"/>
                    <a:pt x="368" y="223"/>
                  </a:cubicBezTo>
                  <a:cubicBezTo>
                    <a:pt x="368" y="203"/>
                    <a:pt x="378" y="194"/>
                    <a:pt x="378" y="174"/>
                  </a:cubicBezTo>
                  <a:cubicBezTo>
                    <a:pt x="378" y="155"/>
                    <a:pt x="368" y="126"/>
                    <a:pt x="358" y="107"/>
                  </a:cubicBezTo>
                  <a:cubicBezTo>
                    <a:pt x="358" y="88"/>
                    <a:pt x="339" y="68"/>
                    <a:pt x="329" y="59"/>
                  </a:cubicBezTo>
                  <a:cubicBezTo>
                    <a:pt x="310" y="39"/>
                    <a:pt x="291" y="30"/>
                    <a:pt x="271" y="20"/>
                  </a:cubicBezTo>
                  <a:cubicBezTo>
                    <a:pt x="252" y="10"/>
                    <a:pt x="223" y="1"/>
                    <a:pt x="194" y="1"/>
                  </a:cubicBezTo>
                  <a:cubicBezTo>
                    <a:pt x="165" y="1"/>
                    <a:pt x="136" y="10"/>
                    <a:pt x="117" y="20"/>
                  </a:cubicBezTo>
                  <a:cubicBezTo>
                    <a:pt x="98" y="30"/>
                    <a:pt x="78" y="49"/>
                    <a:pt x="59" y="59"/>
                  </a:cubicBezTo>
                  <a:cubicBezTo>
                    <a:pt x="40" y="78"/>
                    <a:pt x="30" y="97"/>
                    <a:pt x="20" y="117"/>
                  </a:cubicBezTo>
                  <a:cubicBezTo>
                    <a:pt x="11" y="136"/>
                    <a:pt x="11" y="155"/>
                    <a:pt x="11" y="174"/>
                  </a:cubicBezTo>
                  <a:cubicBezTo>
                    <a:pt x="11" y="184"/>
                    <a:pt x="11" y="184"/>
                    <a:pt x="11" y="184"/>
                  </a:cubicBezTo>
                  <a:cubicBezTo>
                    <a:pt x="20" y="194"/>
                    <a:pt x="20" y="194"/>
                    <a:pt x="30" y="194"/>
                  </a:cubicBezTo>
                  <a:lnTo>
                    <a:pt x="59" y="194"/>
                  </a:lnTo>
                  <a:cubicBezTo>
                    <a:pt x="69" y="194"/>
                    <a:pt x="69" y="194"/>
                    <a:pt x="78" y="184"/>
                  </a:cubicBezTo>
                  <a:cubicBezTo>
                    <a:pt x="78" y="184"/>
                    <a:pt x="78" y="184"/>
                    <a:pt x="88" y="174"/>
                  </a:cubicBezTo>
                  <a:cubicBezTo>
                    <a:pt x="88" y="165"/>
                    <a:pt x="88" y="145"/>
                    <a:pt x="98" y="136"/>
                  </a:cubicBezTo>
                  <a:cubicBezTo>
                    <a:pt x="98" y="126"/>
                    <a:pt x="107" y="117"/>
                    <a:pt x="117" y="107"/>
                  </a:cubicBezTo>
                  <a:cubicBezTo>
                    <a:pt x="126" y="97"/>
                    <a:pt x="136" y="88"/>
                    <a:pt x="146" y="88"/>
                  </a:cubicBezTo>
                  <a:cubicBezTo>
                    <a:pt x="165" y="78"/>
                    <a:pt x="175" y="78"/>
                    <a:pt x="194" y="78"/>
                  </a:cubicBezTo>
                  <a:cubicBezTo>
                    <a:pt x="233" y="78"/>
                    <a:pt x="262" y="88"/>
                    <a:pt x="271" y="107"/>
                  </a:cubicBezTo>
                  <a:cubicBezTo>
                    <a:pt x="291" y="126"/>
                    <a:pt x="300" y="145"/>
                    <a:pt x="300" y="174"/>
                  </a:cubicBezTo>
                  <a:cubicBezTo>
                    <a:pt x="300" y="194"/>
                    <a:pt x="291" y="213"/>
                    <a:pt x="291" y="232"/>
                  </a:cubicBezTo>
                  <a:cubicBezTo>
                    <a:pt x="281" y="252"/>
                    <a:pt x="271" y="261"/>
                    <a:pt x="252" y="281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442;p37"/>
            <p:cNvSpPr/>
            <p:nvPr/>
          </p:nvSpPr>
          <p:spPr>
            <a:xfrm rot="5400000">
              <a:off x="6126840" y="4278240"/>
              <a:ext cx="39240" cy="554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5"/>
                  </a:moveTo>
                  <a:cubicBezTo>
                    <a:pt x="387" y="106"/>
                    <a:pt x="377" y="87"/>
                    <a:pt x="358" y="68"/>
                  </a:cubicBezTo>
                  <a:cubicBezTo>
                    <a:pt x="338" y="48"/>
                    <a:pt x="319" y="29"/>
                    <a:pt x="290" y="19"/>
                  </a:cubicBezTo>
                  <a:cubicBezTo>
                    <a:pt x="271" y="10"/>
                    <a:pt x="242" y="0"/>
                    <a:pt x="203" y="0"/>
                  </a:cubicBezTo>
                  <a:cubicBezTo>
                    <a:pt x="164" y="0"/>
                    <a:pt x="135" y="10"/>
                    <a:pt x="116" y="19"/>
                  </a:cubicBezTo>
                  <a:cubicBezTo>
                    <a:pt x="87" y="29"/>
                    <a:pt x="68" y="48"/>
                    <a:pt x="48" y="68"/>
                  </a:cubicBezTo>
                  <a:cubicBezTo>
                    <a:pt x="39" y="87"/>
                    <a:pt x="19" y="106"/>
                    <a:pt x="19" y="135"/>
                  </a:cubicBezTo>
                  <a:cubicBezTo>
                    <a:pt x="10" y="164"/>
                    <a:pt x="0" y="193"/>
                    <a:pt x="0" y="222"/>
                  </a:cubicBezTo>
                  <a:cubicBezTo>
                    <a:pt x="0" y="242"/>
                    <a:pt x="0" y="271"/>
                    <a:pt x="0" y="290"/>
                  </a:cubicBezTo>
                  <a:cubicBezTo>
                    <a:pt x="0" y="309"/>
                    <a:pt x="0" y="329"/>
                    <a:pt x="0" y="358"/>
                  </a:cubicBezTo>
                  <a:cubicBezTo>
                    <a:pt x="0" y="387"/>
                    <a:pt x="10" y="416"/>
                    <a:pt x="19" y="445"/>
                  </a:cubicBezTo>
                  <a:cubicBezTo>
                    <a:pt x="19" y="464"/>
                    <a:pt x="39" y="493"/>
                    <a:pt x="48" y="512"/>
                  </a:cubicBezTo>
                  <a:cubicBezTo>
                    <a:pt x="68" y="532"/>
                    <a:pt x="87" y="541"/>
                    <a:pt x="116" y="561"/>
                  </a:cubicBezTo>
                  <a:cubicBezTo>
                    <a:pt x="135" y="570"/>
                    <a:pt x="164" y="570"/>
                    <a:pt x="203" y="570"/>
                  </a:cubicBezTo>
                  <a:cubicBezTo>
                    <a:pt x="242" y="570"/>
                    <a:pt x="271" y="570"/>
                    <a:pt x="290" y="561"/>
                  </a:cubicBezTo>
                  <a:cubicBezTo>
                    <a:pt x="319" y="541"/>
                    <a:pt x="338" y="532"/>
                    <a:pt x="358" y="512"/>
                  </a:cubicBezTo>
                  <a:cubicBezTo>
                    <a:pt x="377" y="493"/>
                    <a:pt x="387" y="464"/>
                    <a:pt x="396" y="445"/>
                  </a:cubicBezTo>
                  <a:cubicBezTo>
                    <a:pt x="396" y="416"/>
                    <a:pt x="406" y="387"/>
                    <a:pt x="406" y="358"/>
                  </a:cubicBezTo>
                  <a:cubicBezTo>
                    <a:pt x="406" y="329"/>
                    <a:pt x="406" y="309"/>
                    <a:pt x="406" y="290"/>
                  </a:cubicBezTo>
                  <a:cubicBezTo>
                    <a:pt x="406" y="271"/>
                    <a:pt x="406" y="242"/>
                    <a:pt x="406" y="222"/>
                  </a:cubicBezTo>
                  <a:cubicBezTo>
                    <a:pt x="406" y="193"/>
                    <a:pt x="396" y="164"/>
                    <a:pt x="396" y="135"/>
                  </a:cubicBezTo>
                  <a:close/>
                  <a:moveTo>
                    <a:pt x="77" y="290"/>
                  </a:moveTo>
                  <a:cubicBezTo>
                    <a:pt x="77" y="271"/>
                    <a:pt x="77" y="242"/>
                    <a:pt x="77" y="222"/>
                  </a:cubicBezTo>
                  <a:cubicBezTo>
                    <a:pt x="77" y="174"/>
                    <a:pt x="87" y="135"/>
                    <a:pt x="106" y="106"/>
                  </a:cubicBezTo>
                  <a:cubicBezTo>
                    <a:pt x="135" y="87"/>
                    <a:pt x="164" y="77"/>
                    <a:pt x="203" y="77"/>
                  </a:cubicBezTo>
                  <a:cubicBezTo>
                    <a:pt x="242" y="77"/>
                    <a:pt x="280" y="87"/>
                    <a:pt x="300" y="106"/>
                  </a:cubicBezTo>
                  <a:cubicBezTo>
                    <a:pt x="319" y="135"/>
                    <a:pt x="329" y="174"/>
                    <a:pt x="329" y="222"/>
                  </a:cubicBezTo>
                  <a:cubicBezTo>
                    <a:pt x="329" y="242"/>
                    <a:pt x="329" y="271"/>
                    <a:pt x="329" y="290"/>
                  </a:cubicBezTo>
                  <a:cubicBezTo>
                    <a:pt x="329" y="309"/>
                    <a:pt x="329" y="329"/>
                    <a:pt x="329" y="358"/>
                  </a:cubicBezTo>
                  <a:cubicBezTo>
                    <a:pt x="329" y="406"/>
                    <a:pt x="319" y="445"/>
                    <a:pt x="300" y="464"/>
                  </a:cubicBezTo>
                  <a:cubicBezTo>
                    <a:pt x="280" y="493"/>
                    <a:pt x="242" y="503"/>
                    <a:pt x="203" y="503"/>
                  </a:cubicBezTo>
                  <a:cubicBezTo>
                    <a:pt x="164" y="503"/>
                    <a:pt x="135" y="493"/>
                    <a:pt x="106" y="464"/>
                  </a:cubicBezTo>
                  <a:cubicBezTo>
                    <a:pt x="87" y="445"/>
                    <a:pt x="77" y="406"/>
                    <a:pt x="77" y="358"/>
                  </a:cubicBezTo>
                  <a:cubicBezTo>
                    <a:pt x="77" y="329"/>
                    <a:pt x="77" y="309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443;p37"/>
            <p:cNvSpPr/>
            <p:nvPr/>
          </p:nvSpPr>
          <p:spPr>
            <a:xfrm rot="5400000">
              <a:off x="6126480" y="4326120"/>
              <a:ext cx="39240" cy="543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fill="none" w="407" h="562">
                  <a:moveTo>
                    <a:pt x="68" y="407"/>
                  </a:moveTo>
                  <a:cubicBezTo>
                    <a:pt x="68" y="407"/>
                    <a:pt x="68" y="407"/>
                    <a:pt x="58" y="407"/>
                  </a:cubicBezTo>
                  <a:lnTo>
                    <a:pt x="20" y="407"/>
                  </a:lnTo>
                  <a:cubicBezTo>
                    <a:pt x="20" y="407"/>
                    <a:pt x="10" y="407"/>
                    <a:pt x="10" y="407"/>
                  </a:cubicBezTo>
                  <a:cubicBezTo>
                    <a:pt x="10" y="416"/>
                    <a:pt x="0" y="416"/>
                    <a:pt x="0" y="426"/>
                  </a:cubicBezTo>
                  <a:cubicBezTo>
                    <a:pt x="10" y="436"/>
                    <a:pt x="10" y="455"/>
                    <a:pt x="20" y="474"/>
                  </a:cubicBezTo>
                  <a:cubicBezTo>
                    <a:pt x="29" y="494"/>
                    <a:pt x="39" y="503"/>
                    <a:pt x="58" y="523"/>
                  </a:cubicBezTo>
                  <a:cubicBezTo>
                    <a:pt x="68" y="532"/>
                    <a:pt x="97" y="542"/>
                    <a:pt x="116" y="552"/>
                  </a:cubicBezTo>
                  <a:cubicBezTo>
                    <a:pt x="145" y="561"/>
                    <a:pt x="174" y="561"/>
                    <a:pt x="213" y="561"/>
                  </a:cubicBezTo>
                  <a:cubicBezTo>
                    <a:pt x="232" y="561"/>
                    <a:pt x="261" y="561"/>
                    <a:pt x="290" y="552"/>
                  </a:cubicBezTo>
                  <a:cubicBezTo>
                    <a:pt x="309" y="542"/>
                    <a:pt x="329" y="532"/>
                    <a:pt x="348" y="523"/>
                  </a:cubicBezTo>
                  <a:cubicBezTo>
                    <a:pt x="367" y="503"/>
                    <a:pt x="377" y="484"/>
                    <a:pt x="387" y="465"/>
                  </a:cubicBezTo>
                  <a:cubicBezTo>
                    <a:pt x="406" y="445"/>
                    <a:pt x="406" y="416"/>
                    <a:pt x="406" y="387"/>
                  </a:cubicBezTo>
                  <a:cubicBezTo>
                    <a:pt x="406" y="368"/>
                    <a:pt x="406" y="349"/>
                    <a:pt x="396" y="329"/>
                  </a:cubicBezTo>
                  <a:cubicBezTo>
                    <a:pt x="387" y="300"/>
                    <a:pt x="377" y="291"/>
                    <a:pt x="358" y="271"/>
                  </a:cubicBezTo>
                  <a:cubicBezTo>
                    <a:pt x="338" y="262"/>
                    <a:pt x="319" y="252"/>
                    <a:pt x="300" y="242"/>
                  </a:cubicBezTo>
                  <a:cubicBezTo>
                    <a:pt x="280" y="233"/>
                    <a:pt x="251" y="233"/>
                    <a:pt x="232" y="233"/>
                  </a:cubicBezTo>
                  <a:lnTo>
                    <a:pt x="367" y="78"/>
                  </a:lnTo>
                  <a:cubicBezTo>
                    <a:pt x="377" y="78"/>
                    <a:pt x="377" y="68"/>
                    <a:pt x="377" y="68"/>
                  </a:cubicBezTo>
                  <a:cubicBezTo>
                    <a:pt x="387" y="59"/>
                    <a:pt x="387" y="59"/>
                    <a:pt x="387" y="49"/>
                  </a:cubicBezTo>
                  <a:lnTo>
                    <a:pt x="387" y="20"/>
                  </a:lnTo>
                  <a:cubicBezTo>
                    <a:pt x="387" y="20"/>
                    <a:pt x="377" y="10"/>
                    <a:pt x="377" y="10"/>
                  </a:cubicBezTo>
                  <a:cubicBezTo>
                    <a:pt x="377" y="1"/>
                    <a:pt x="367" y="1"/>
                    <a:pt x="358" y="1"/>
                  </a:cubicBezTo>
                  <a:lnTo>
                    <a:pt x="49" y="1"/>
                  </a:lnTo>
                  <a:cubicBezTo>
                    <a:pt x="49" y="1"/>
                    <a:pt x="39" y="1"/>
                    <a:pt x="39" y="10"/>
                  </a:cubicBezTo>
                  <a:cubicBezTo>
                    <a:pt x="29" y="10"/>
                    <a:pt x="29" y="20"/>
                    <a:pt x="29" y="20"/>
                  </a:cubicBezTo>
                  <a:lnTo>
                    <a:pt x="29" y="49"/>
                  </a:lnTo>
                  <a:cubicBezTo>
                    <a:pt x="29" y="59"/>
                    <a:pt x="29" y="59"/>
                    <a:pt x="39" y="68"/>
                  </a:cubicBezTo>
                  <a:cubicBezTo>
                    <a:pt x="39" y="68"/>
                    <a:pt x="49" y="68"/>
                    <a:pt x="49" y="68"/>
                  </a:cubicBezTo>
                  <a:lnTo>
                    <a:pt x="280" y="68"/>
                  </a:lnTo>
                  <a:lnTo>
                    <a:pt x="135" y="223"/>
                  </a:lnTo>
                  <a:cubicBezTo>
                    <a:pt x="135" y="233"/>
                    <a:pt x="126" y="233"/>
                    <a:pt x="126" y="233"/>
                  </a:cubicBezTo>
                  <a:cubicBezTo>
                    <a:pt x="126" y="242"/>
                    <a:pt x="126" y="242"/>
                    <a:pt x="126" y="252"/>
                  </a:cubicBezTo>
                  <a:lnTo>
                    <a:pt x="126" y="281"/>
                  </a:lnTo>
                  <a:cubicBezTo>
                    <a:pt x="126" y="281"/>
                    <a:pt x="126" y="291"/>
                    <a:pt x="126" y="291"/>
                  </a:cubicBezTo>
                  <a:cubicBezTo>
                    <a:pt x="135" y="300"/>
                    <a:pt x="135" y="300"/>
                    <a:pt x="145" y="300"/>
                  </a:cubicBezTo>
                  <a:lnTo>
                    <a:pt x="213" y="300"/>
                  </a:lnTo>
                  <a:cubicBezTo>
                    <a:pt x="222" y="300"/>
                    <a:pt x="242" y="300"/>
                    <a:pt x="261" y="300"/>
                  </a:cubicBezTo>
                  <a:cubicBezTo>
                    <a:pt x="271" y="310"/>
                    <a:pt x="290" y="310"/>
                    <a:pt x="300" y="320"/>
                  </a:cubicBezTo>
                  <a:cubicBezTo>
                    <a:pt x="309" y="329"/>
                    <a:pt x="319" y="339"/>
                    <a:pt x="319" y="349"/>
                  </a:cubicBezTo>
                  <a:cubicBezTo>
                    <a:pt x="329" y="358"/>
                    <a:pt x="329" y="378"/>
                    <a:pt x="329" y="387"/>
                  </a:cubicBezTo>
                  <a:cubicBezTo>
                    <a:pt x="329" y="407"/>
                    <a:pt x="329" y="426"/>
                    <a:pt x="319" y="436"/>
                  </a:cubicBezTo>
                  <a:cubicBezTo>
                    <a:pt x="319" y="445"/>
                    <a:pt x="309" y="455"/>
                    <a:pt x="300" y="465"/>
                  </a:cubicBezTo>
                  <a:cubicBezTo>
                    <a:pt x="280" y="474"/>
                    <a:pt x="271" y="484"/>
                    <a:pt x="261" y="484"/>
                  </a:cubicBezTo>
                  <a:cubicBezTo>
                    <a:pt x="242" y="494"/>
                    <a:pt x="222" y="494"/>
                    <a:pt x="213" y="494"/>
                  </a:cubicBezTo>
                  <a:cubicBezTo>
                    <a:pt x="184" y="494"/>
                    <a:pt x="164" y="494"/>
                    <a:pt x="145" y="484"/>
                  </a:cubicBezTo>
                  <a:cubicBezTo>
                    <a:pt x="135" y="484"/>
                    <a:pt x="126" y="474"/>
                    <a:pt x="116" y="474"/>
                  </a:cubicBezTo>
                  <a:cubicBezTo>
                    <a:pt x="107" y="465"/>
                    <a:pt x="97" y="455"/>
                    <a:pt x="87" y="445"/>
                  </a:cubicBezTo>
                  <a:cubicBezTo>
                    <a:pt x="87" y="436"/>
                    <a:pt x="78" y="426"/>
                    <a:pt x="78" y="426"/>
                  </a:cubicBezTo>
                  <a:cubicBezTo>
                    <a:pt x="78" y="416"/>
                    <a:pt x="78" y="416"/>
                    <a:pt x="68" y="407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444;p37"/>
            <p:cNvSpPr/>
            <p:nvPr/>
          </p:nvSpPr>
          <p:spPr>
            <a:xfrm rot="5400000">
              <a:off x="5327640" y="4278240"/>
              <a:ext cx="39240" cy="554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6"/>
                  </a:moveTo>
                  <a:cubicBezTo>
                    <a:pt x="387" y="107"/>
                    <a:pt x="377" y="88"/>
                    <a:pt x="358" y="59"/>
                  </a:cubicBezTo>
                  <a:cubicBezTo>
                    <a:pt x="338" y="39"/>
                    <a:pt x="319" y="30"/>
                    <a:pt x="290" y="20"/>
                  </a:cubicBezTo>
                  <a:cubicBezTo>
                    <a:pt x="271" y="10"/>
                    <a:pt x="242" y="1"/>
                    <a:pt x="203" y="1"/>
                  </a:cubicBezTo>
                  <a:cubicBezTo>
                    <a:pt x="164" y="1"/>
                    <a:pt x="135" y="10"/>
                    <a:pt x="116" y="20"/>
                  </a:cubicBezTo>
                  <a:cubicBezTo>
                    <a:pt x="87" y="30"/>
                    <a:pt x="68" y="39"/>
                    <a:pt x="48" y="59"/>
                  </a:cubicBezTo>
                  <a:cubicBezTo>
                    <a:pt x="39" y="88"/>
                    <a:pt x="19" y="107"/>
                    <a:pt x="19" y="136"/>
                  </a:cubicBezTo>
                  <a:cubicBezTo>
                    <a:pt x="10" y="155"/>
                    <a:pt x="0" y="184"/>
                    <a:pt x="0" y="223"/>
                  </a:cubicBezTo>
                  <a:cubicBezTo>
                    <a:pt x="0" y="242"/>
                    <a:pt x="0" y="262"/>
                    <a:pt x="0" y="281"/>
                  </a:cubicBezTo>
                  <a:cubicBezTo>
                    <a:pt x="0" y="310"/>
                    <a:pt x="0" y="329"/>
                    <a:pt x="0" y="349"/>
                  </a:cubicBezTo>
                  <a:cubicBezTo>
                    <a:pt x="0" y="387"/>
                    <a:pt x="10" y="416"/>
                    <a:pt x="19" y="436"/>
                  </a:cubicBezTo>
                  <a:cubicBezTo>
                    <a:pt x="19" y="465"/>
                    <a:pt x="39" y="484"/>
                    <a:pt x="48" y="513"/>
                  </a:cubicBezTo>
                  <a:cubicBezTo>
                    <a:pt x="68" y="532"/>
                    <a:pt x="87" y="542"/>
                    <a:pt x="116" y="552"/>
                  </a:cubicBezTo>
                  <a:cubicBezTo>
                    <a:pt x="135" y="561"/>
                    <a:pt x="164" y="571"/>
                    <a:pt x="203" y="571"/>
                  </a:cubicBezTo>
                  <a:cubicBezTo>
                    <a:pt x="242" y="571"/>
                    <a:pt x="271" y="561"/>
                    <a:pt x="290" y="552"/>
                  </a:cubicBezTo>
                  <a:cubicBezTo>
                    <a:pt x="319" y="542"/>
                    <a:pt x="338" y="532"/>
                    <a:pt x="358" y="513"/>
                  </a:cubicBezTo>
                  <a:cubicBezTo>
                    <a:pt x="377" y="484"/>
                    <a:pt x="387" y="465"/>
                    <a:pt x="396" y="436"/>
                  </a:cubicBezTo>
                  <a:cubicBezTo>
                    <a:pt x="396" y="416"/>
                    <a:pt x="406" y="387"/>
                    <a:pt x="406" y="349"/>
                  </a:cubicBezTo>
                  <a:cubicBezTo>
                    <a:pt x="406" y="329"/>
                    <a:pt x="406" y="310"/>
                    <a:pt x="406" y="281"/>
                  </a:cubicBezTo>
                  <a:cubicBezTo>
                    <a:pt x="406" y="262"/>
                    <a:pt x="406" y="242"/>
                    <a:pt x="406" y="223"/>
                  </a:cubicBezTo>
                  <a:cubicBezTo>
                    <a:pt x="406" y="184"/>
                    <a:pt x="396" y="155"/>
                    <a:pt x="396" y="136"/>
                  </a:cubicBezTo>
                  <a:close/>
                  <a:moveTo>
                    <a:pt x="77" y="281"/>
                  </a:moveTo>
                  <a:cubicBezTo>
                    <a:pt x="77" y="262"/>
                    <a:pt x="77" y="242"/>
                    <a:pt x="77" y="223"/>
                  </a:cubicBezTo>
                  <a:cubicBezTo>
                    <a:pt x="77" y="165"/>
                    <a:pt x="87" y="136"/>
                    <a:pt x="106" y="107"/>
                  </a:cubicBezTo>
                  <a:cubicBezTo>
                    <a:pt x="135" y="88"/>
                    <a:pt x="164" y="68"/>
                    <a:pt x="203" y="68"/>
                  </a:cubicBezTo>
                  <a:cubicBezTo>
                    <a:pt x="242" y="68"/>
                    <a:pt x="280" y="88"/>
                    <a:pt x="300" y="107"/>
                  </a:cubicBezTo>
                  <a:cubicBezTo>
                    <a:pt x="319" y="136"/>
                    <a:pt x="329" y="165"/>
                    <a:pt x="329" y="223"/>
                  </a:cubicBezTo>
                  <a:cubicBezTo>
                    <a:pt x="329" y="242"/>
                    <a:pt x="329" y="262"/>
                    <a:pt x="329" y="281"/>
                  </a:cubicBezTo>
                  <a:cubicBezTo>
                    <a:pt x="329" y="310"/>
                    <a:pt x="329" y="329"/>
                    <a:pt x="329" y="349"/>
                  </a:cubicBezTo>
                  <a:cubicBezTo>
                    <a:pt x="329" y="407"/>
                    <a:pt x="319" y="436"/>
                    <a:pt x="300" y="465"/>
                  </a:cubicBezTo>
                  <a:cubicBezTo>
                    <a:pt x="280" y="484"/>
                    <a:pt x="242" y="503"/>
                    <a:pt x="203" y="503"/>
                  </a:cubicBezTo>
                  <a:cubicBezTo>
                    <a:pt x="164" y="503"/>
                    <a:pt x="135" y="484"/>
                    <a:pt x="106" y="465"/>
                  </a:cubicBezTo>
                  <a:cubicBezTo>
                    <a:pt x="87" y="436"/>
                    <a:pt x="77" y="407"/>
                    <a:pt x="77" y="349"/>
                  </a:cubicBezTo>
                  <a:cubicBezTo>
                    <a:pt x="77" y="329"/>
                    <a:pt x="77" y="310"/>
                    <a:pt x="77" y="281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445;p37"/>
            <p:cNvSpPr/>
            <p:nvPr/>
          </p:nvSpPr>
          <p:spPr>
            <a:xfrm rot="5400000">
              <a:off x="5326200" y="4326840"/>
              <a:ext cx="42120" cy="536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fill="none" w="436" h="552">
                  <a:moveTo>
                    <a:pt x="329" y="551"/>
                  </a:moveTo>
                  <a:cubicBezTo>
                    <a:pt x="339" y="551"/>
                    <a:pt x="339" y="551"/>
                    <a:pt x="348" y="551"/>
                  </a:cubicBezTo>
                  <a:cubicBezTo>
                    <a:pt x="348" y="542"/>
                    <a:pt x="348" y="542"/>
                    <a:pt x="348" y="532"/>
                  </a:cubicBezTo>
                  <a:lnTo>
                    <a:pt x="348" y="426"/>
                  </a:lnTo>
                  <a:lnTo>
                    <a:pt x="416" y="426"/>
                  </a:lnTo>
                  <a:cubicBezTo>
                    <a:pt x="426" y="426"/>
                    <a:pt x="426" y="416"/>
                    <a:pt x="435" y="416"/>
                  </a:cubicBezTo>
                  <a:cubicBezTo>
                    <a:pt x="435" y="416"/>
                    <a:pt x="435" y="406"/>
                    <a:pt x="435" y="397"/>
                  </a:cubicBezTo>
                  <a:lnTo>
                    <a:pt x="435" y="368"/>
                  </a:lnTo>
                  <a:cubicBezTo>
                    <a:pt x="435" y="368"/>
                    <a:pt x="435" y="358"/>
                    <a:pt x="435" y="358"/>
                  </a:cubicBezTo>
                  <a:cubicBezTo>
                    <a:pt x="426" y="348"/>
                    <a:pt x="426" y="348"/>
                    <a:pt x="416" y="348"/>
                  </a:cubicBezTo>
                  <a:lnTo>
                    <a:pt x="348" y="348"/>
                  </a:lnTo>
                  <a:lnTo>
                    <a:pt x="348" y="20"/>
                  </a:lnTo>
                  <a:cubicBezTo>
                    <a:pt x="348" y="10"/>
                    <a:pt x="348" y="10"/>
                    <a:pt x="348" y="0"/>
                  </a:cubicBezTo>
                  <a:cubicBezTo>
                    <a:pt x="339" y="0"/>
                    <a:pt x="339" y="0"/>
                    <a:pt x="329" y="0"/>
                  </a:cubicBezTo>
                  <a:lnTo>
                    <a:pt x="300" y="0"/>
                  </a:lnTo>
                  <a:cubicBezTo>
                    <a:pt x="290" y="0"/>
                    <a:pt x="281" y="0"/>
                    <a:pt x="281" y="0"/>
                  </a:cubicBezTo>
                  <a:cubicBezTo>
                    <a:pt x="271" y="10"/>
                    <a:pt x="271" y="10"/>
                    <a:pt x="271" y="20"/>
                  </a:cubicBezTo>
                  <a:lnTo>
                    <a:pt x="20" y="348"/>
                  </a:lnTo>
                  <a:cubicBezTo>
                    <a:pt x="10" y="348"/>
                    <a:pt x="10" y="358"/>
                    <a:pt x="10" y="358"/>
                  </a:cubicBezTo>
                  <a:cubicBezTo>
                    <a:pt x="10" y="368"/>
                    <a:pt x="1" y="368"/>
                    <a:pt x="1" y="368"/>
                  </a:cubicBezTo>
                  <a:lnTo>
                    <a:pt x="1" y="397"/>
                  </a:lnTo>
                  <a:cubicBezTo>
                    <a:pt x="1" y="406"/>
                    <a:pt x="10" y="416"/>
                    <a:pt x="10" y="416"/>
                  </a:cubicBezTo>
                  <a:cubicBezTo>
                    <a:pt x="20" y="416"/>
                    <a:pt x="20" y="426"/>
                    <a:pt x="30" y="426"/>
                  </a:cubicBezTo>
                  <a:lnTo>
                    <a:pt x="271" y="426"/>
                  </a:lnTo>
                  <a:lnTo>
                    <a:pt x="271" y="532"/>
                  </a:lnTo>
                  <a:cubicBezTo>
                    <a:pt x="271" y="542"/>
                    <a:pt x="281" y="542"/>
                    <a:pt x="281" y="551"/>
                  </a:cubicBezTo>
                  <a:cubicBezTo>
                    <a:pt x="290" y="551"/>
                    <a:pt x="290" y="551"/>
                    <a:pt x="300" y="551"/>
                  </a:cubicBezTo>
                  <a:close/>
                  <a:moveTo>
                    <a:pt x="107" y="348"/>
                  </a:moveTo>
                  <a:lnTo>
                    <a:pt x="271" y="126"/>
                  </a:lnTo>
                  <a:lnTo>
                    <a:pt x="271" y="348"/>
                  </a:ln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_1_1_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460;p39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10c1d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5" name="Google Shape;461;p39" descr=""/>
          <p:cNvPicPr/>
          <p:nvPr/>
        </p:nvPicPr>
        <p:blipFill>
          <a:blip r:embed="rId2"/>
          <a:stretch/>
        </p:blipFill>
        <p:spPr>
          <a:xfrm>
            <a:off x="-737640" y="-723960"/>
            <a:ext cx="10711080" cy="65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86320" y="539640"/>
            <a:ext cx="4277520" cy="1128960"/>
          </a:xfrm>
          <a:prstGeom prst="rect">
            <a:avLst/>
          </a:prstGeom>
          <a:noFill/>
          <a:ln w="0">
            <a:noFill/>
          </a:ln>
          <a:effectLst>
            <a:outerShdw dist="38160" dir="5400000" blurRad="442800" rotWithShape="0">
              <a:srgbClr val="a4c2f4">
                <a:alpha val="94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464;p39"/>
          <p:cNvSpPr/>
          <p:nvPr/>
        </p:nvSpPr>
        <p:spPr>
          <a:xfrm>
            <a:off x="1100880" y="3466080"/>
            <a:ext cx="384768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CREDITS: This presentation template was created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, including icons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4"/>
              </a:rPr>
              <a:t>Flaticon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, infographics &amp; images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5"/>
              </a:rPr>
              <a:t>Freepik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Google Shape;465;p39"/>
          <p:cNvSpPr/>
          <p:nvPr/>
        </p:nvSpPr>
        <p:spPr>
          <a:xfrm flipH="1">
            <a:off x="549720" y="539640"/>
            <a:ext cx="479772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466;p39"/>
          <p:cNvSpPr/>
          <p:nvPr/>
        </p:nvSpPr>
        <p:spPr>
          <a:xfrm flipH="1">
            <a:off x="5438880" y="539640"/>
            <a:ext cx="315432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0" name="Google Shape;467;p39" descr=""/>
          <p:cNvPicPr/>
          <p:nvPr/>
        </p:nvPicPr>
        <p:blipFill>
          <a:blip r:embed="rId6"/>
          <a:stretch/>
        </p:blipFill>
        <p:spPr>
          <a:xfrm>
            <a:off x="6242760" y="-538560"/>
            <a:ext cx="3387960" cy="705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468;p39" descr=""/>
          <p:cNvPicPr/>
          <p:nvPr/>
        </p:nvPicPr>
        <p:blipFill>
          <a:blip r:embed="rId7"/>
          <a:stretch/>
        </p:blipFill>
        <p:spPr>
          <a:xfrm>
            <a:off x="4499640" y="-447120"/>
            <a:ext cx="2761560" cy="6264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" name="Google Shape;469;p39"/>
          <p:cNvGrpSpPr/>
          <p:nvPr/>
        </p:nvGrpSpPr>
        <p:grpSpPr>
          <a:xfrm>
            <a:off x="733680" y="802440"/>
            <a:ext cx="139320" cy="2603160"/>
            <a:chOff x="733680" y="802440"/>
            <a:chExt cx="139320" cy="2603160"/>
          </a:xfrm>
        </p:grpSpPr>
        <p:sp>
          <p:nvSpPr>
            <p:cNvPr id="83" name="Google Shape;470;p39"/>
            <p:cNvSpPr/>
            <p:nvPr/>
          </p:nvSpPr>
          <p:spPr>
            <a:xfrm>
              <a:off x="733680" y="802440"/>
              <a:ext cx="61920" cy="8892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fill="none" w="406" h="581">
                  <a:moveTo>
                    <a:pt x="396" y="136"/>
                  </a:moveTo>
                  <a:cubicBezTo>
                    <a:pt x="387" y="107"/>
                    <a:pt x="377" y="88"/>
                    <a:pt x="358" y="68"/>
                  </a:cubicBezTo>
                  <a:cubicBezTo>
                    <a:pt x="338" y="49"/>
                    <a:pt x="319" y="30"/>
                    <a:pt x="290" y="20"/>
                  </a:cubicBezTo>
                  <a:cubicBezTo>
                    <a:pt x="271" y="10"/>
                    <a:pt x="242" y="1"/>
                    <a:pt x="203" y="1"/>
                  </a:cubicBezTo>
                  <a:cubicBezTo>
                    <a:pt x="164" y="1"/>
                    <a:pt x="135" y="10"/>
                    <a:pt x="116" y="20"/>
                  </a:cubicBezTo>
                  <a:cubicBezTo>
                    <a:pt x="87" y="30"/>
                    <a:pt x="68" y="49"/>
                    <a:pt x="48" y="68"/>
                  </a:cubicBezTo>
                  <a:cubicBezTo>
                    <a:pt x="39" y="88"/>
                    <a:pt x="19" y="107"/>
                    <a:pt x="19" y="136"/>
                  </a:cubicBezTo>
                  <a:cubicBezTo>
                    <a:pt x="10" y="165"/>
                    <a:pt x="0" y="194"/>
                    <a:pt x="0" y="223"/>
                  </a:cubicBezTo>
                  <a:cubicBezTo>
                    <a:pt x="0" y="252"/>
                    <a:pt x="0" y="271"/>
                    <a:pt x="0" y="290"/>
                  </a:cubicBezTo>
                  <a:cubicBezTo>
                    <a:pt x="0" y="310"/>
                    <a:pt x="0" y="329"/>
                    <a:pt x="0" y="358"/>
                  </a:cubicBezTo>
                  <a:cubicBezTo>
                    <a:pt x="0" y="387"/>
                    <a:pt x="10" y="416"/>
                    <a:pt x="19" y="445"/>
                  </a:cubicBezTo>
                  <a:cubicBezTo>
                    <a:pt x="19" y="474"/>
                    <a:pt x="39" y="493"/>
                    <a:pt x="48" y="513"/>
                  </a:cubicBezTo>
                  <a:cubicBezTo>
                    <a:pt x="68" y="532"/>
                    <a:pt x="87" y="551"/>
                    <a:pt x="116" y="561"/>
                  </a:cubicBezTo>
                  <a:cubicBezTo>
                    <a:pt x="135" y="571"/>
                    <a:pt x="164" y="580"/>
                    <a:pt x="203" y="580"/>
                  </a:cubicBezTo>
                  <a:cubicBezTo>
                    <a:pt x="242" y="580"/>
                    <a:pt x="271" y="571"/>
                    <a:pt x="290" y="561"/>
                  </a:cubicBezTo>
                  <a:cubicBezTo>
                    <a:pt x="319" y="551"/>
                    <a:pt x="338" y="532"/>
                    <a:pt x="358" y="513"/>
                  </a:cubicBezTo>
                  <a:cubicBezTo>
                    <a:pt x="377" y="493"/>
                    <a:pt x="387" y="474"/>
                    <a:pt x="396" y="445"/>
                  </a:cubicBezTo>
                  <a:cubicBezTo>
                    <a:pt x="396" y="416"/>
                    <a:pt x="406" y="387"/>
                    <a:pt x="406" y="358"/>
                  </a:cubicBezTo>
                  <a:cubicBezTo>
                    <a:pt x="406" y="329"/>
                    <a:pt x="406" y="310"/>
                    <a:pt x="406" y="290"/>
                  </a:cubicBezTo>
                  <a:cubicBezTo>
                    <a:pt x="406" y="271"/>
                    <a:pt x="406" y="252"/>
                    <a:pt x="406" y="223"/>
                  </a:cubicBezTo>
                  <a:cubicBezTo>
                    <a:pt x="406" y="194"/>
                    <a:pt x="396" y="165"/>
                    <a:pt x="396" y="136"/>
                  </a:cubicBezTo>
                  <a:close/>
                  <a:moveTo>
                    <a:pt x="77" y="290"/>
                  </a:moveTo>
                  <a:cubicBezTo>
                    <a:pt x="77" y="271"/>
                    <a:pt x="77" y="252"/>
                    <a:pt x="77" y="223"/>
                  </a:cubicBezTo>
                  <a:cubicBezTo>
                    <a:pt x="77" y="174"/>
                    <a:pt x="87" y="136"/>
                    <a:pt x="106" y="117"/>
                  </a:cubicBezTo>
                  <a:cubicBezTo>
                    <a:pt x="135" y="88"/>
                    <a:pt x="164" y="78"/>
                    <a:pt x="203" y="78"/>
                  </a:cubicBezTo>
                  <a:cubicBezTo>
                    <a:pt x="242" y="78"/>
                    <a:pt x="280" y="88"/>
                    <a:pt x="300" y="117"/>
                  </a:cubicBezTo>
                  <a:cubicBezTo>
                    <a:pt x="319" y="136"/>
                    <a:pt x="329" y="174"/>
                    <a:pt x="329" y="223"/>
                  </a:cubicBezTo>
                  <a:cubicBezTo>
                    <a:pt x="329" y="252"/>
                    <a:pt x="329" y="271"/>
                    <a:pt x="329" y="290"/>
                  </a:cubicBezTo>
                  <a:cubicBezTo>
                    <a:pt x="329" y="310"/>
                    <a:pt x="329" y="329"/>
                    <a:pt x="329" y="358"/>
                  </a:cubicBezTo>
                  <a:cubicBezTo>
                    <a:pt x="329" y="406"/>
                    <a:pt x="319" y="445"/>
                    <a:pt x="300" y="464"/>
                  </a:cubicBezTo>
                  <a:cubicBezTo>
                    <a:pt x="280" y="493"/>
                    <a:pt x="242" y="503"/>
                    <a:pt x="203" y="503"/>
                  </a:cubicBezTo>
                  <a:cubicBezTo>
                    <a:pt x="164" y="503"/>
                    <a:pt x="135" y="493"/>
                    <a:pt x="106" y="464"/>
                  </a:cubicBezTo>
                  <a:cubicBezTo>
                    <a:pt x="87" y="445"/>
                    <a:pt x="77" y="406"/>
                    <a:pt x="77" y="358"/>
                  </a:cubicBezTo>
                  <a:cubicBezTo>
                    <a:pt x="77" y="329"/>
                    <a:pt x="77" y="310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471;p39"/>
            <p:cNvSpPr/>
            <p:nvPr/>
          </p:nvSpPr>
          <p:spPr>
            <a:xfrm>
              <a:off x="809280" y="802440"/>
              <a:ext cx="59400" cy="87480"/>
            </a:xfrm>
            <a:custGeom>
              <a:avLst/>
              <a:gdLst>
                <a:gd name="textAreaLeft" fmla="*/ 0 w 59400"/>
                <a:gd name="textAreaRight" fmla="*/ 59760 w 5940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fill="none" w="388" h="571">
                  <a:moveTo>
                    <a:pt x="20" y="484"/>
                  </a:moveTo>
                  <a:cubicBezTo>
                    <a:pt x="11" y="493"/>
                    <a:pt x="11" y="503"/>
                    <a:pt x="1" y="503"/>
                  </a:cubicBezTo>
                  <a:cubicBezTo>
                    <a:pt x="1" y="503"/>
                    <a:pt x="1" y="513"/>
                    <a:pt x="1" y="522"/>
                  </a:cubicBezTo>
                  <a:lnTo>
                    <a:pt x="1" y="542"/>
                  </a:lnTo>
                  <a:cubicBezTo>
                    <a:pt x="1" y="551"/>
                    <a:pt x="1" y="561"/>
                    <a:pt x="11" y="561"/>
                  </a:cubicBezTo>
                  <a:cubicBezTo>
                    <a:pt x="11" y="561"/>
                    <a:pt x="20" y="571"/>
                    <a:pt x="20" y="571"/>
                  </a:cubicBezTo>
                  <a:lnTo>
                    <a:pt x="368" y="571"/>
                  </a:lnTo>
                  <a:cubicBezTo>
                    <a:pt x="368" y="571"/>
                    <a:pt x="378" y="561"/>
                    <a:pt x="378" y="561"/>
                  </a:cubicBezTo>
                  <a:cubicBezTo>
                    <a:pt x="387" y="561"/>
                    <a:pt x="387" y="551"/>
                    <a:pt x="387" y="542"/>
                  </a:cubicBezTo>
                  <a:lnTo>
                    <a:pt x="387" y="522"/>
                  </a:lnTo>
                  <a:cubicBezTo>
                    <a:pt x="387" y="513"/>
                    <a:pt x="387" y="503"/>
                    <a:pt x="378" y="503"/>
                  </a:cubicBezTo>
                  <a:cubicBezTo>
                    <a:pt x="378" y="503"/>
                    <a:pt x="368" y="493"/>
                    <a:pt x="368" y="493"/>
                  </a:cubicBezTo>
                  <a:lnTo>
                    <a:pt x="117" y="493"/>
                  </a:lnTo>
                  <a:lnTo>
                    <a:pt x="300" y="329"/>
                  </a:lnTo>
                  <a:cubicBezTo>
                    <a:pt x="310" y="319"/>
                    <a:pt x="320" y="310"/>
                    <a:pt x="329" y="300"/>
                  </a:cubicBezTo>
                  <a:cubicBezTo>
                    <a:pt x="339" y="281"/>
                    <a:pt x="349" y="271"/>
                    <a:pt x="358" y="261"/>
                  </a:cubicBezTo>
                  <a:cubicBezTo>
                    <a:pt x="358" y="252"/>
                    <a:pt x="368" y="232"/>
                    <a:pt x="368" y="223"/>
                  </a:cubicBezTo>
                  <a:cubicBezTo>
                    <a:pt x="368" y="203"/>
                    <a:pt x="378" y="194"/>
                    <a:pt x="378" y="174"/>
                  </a:cubicBezTo>
                  <a:cubicBezTo>
                    <a:pt x="378" y="155"/>
                    <a:pt x="368" y="126"/>
                    <a:pt x="358" y="107"/>
                  </a:cubicBezTo>
                  <a:cubicBezTo>
                    <a:pt x="358" y="88"/>
                    <a:pt x="339" y="68"/>
                    <a:pt x="329" y="59"/>
                  </a:cubicBezTo>
                  <a:cubicBezTo>
                    <a:pt x="310" y="39"/>
                    <a:pt x="291" y="30"/>
                    <a:pt x="271" y="20"/>
                  </a:cubicBezTo>
                  <a:cubicBezTo>
                    <a:pt x="252" y="10"/>
                    <a:pt x="223" y="1"/>
                    <a:pt x="194" y="1"/>
                  </a:cubicBezTo>
                  <a:cubicBezTo>
                    <a:pt x="165" y="1"/>
                    <a:pt x="136" y="10"/>
                    <a:pt x="117" y="20"/>
                  </a:cubicBezTo>
                  <a:cubicBezTo>
                    <a:pt x="98" y="30"/>
                    <a:pt x="78" y="49"/>
                    <a:pt x="59" y="59"/>
                  </a:cubicBezTo>
                  <a:cubicBezTo>
                    <a:pt x="40" y="78"/>
                    <a:pt x="30" y="97"/>
                    <a:pt x="20" y="117"/>
                  </a:cubicBezTo>
                  <a:cubicBezTo>
                    <a:pt x="11" y="136"/>
                    <a:pt x="11" y="155"/>
                    <a:pt x="11" y="174"/>
                  </a:cubicBezTo>
                  <a:cubicBezTo>
                    <a:pt x="11" y="184"/>
                    <a:pt x="11" y="184"/>
                    <a:pt x="11" y="184"/>
                  </a:cubicBezTo>
                  <a:cubicBezTo>
                    <a:pt x="20" y="194"/>
                    <a:pt x="20" y="194"/>
                    <a:pt x="30" y="194"/>
                  </a:cubicBezTo>
                  <a:lnTo>
                    <a:pt x="59" y="194"/>
                  </a:lnTo>
                  <a:cubicBezTo>
                    <a:pt x="69" y="194"/>
                    <a:pt x="69" y="194"/>
                    <a:pt x="78" y="184"/>
                  </a:cubicBezTo>
                  <a:cubicBezTo>
                    <a:pt x="78" y="184"/>
                    <a:pt x="78" y="184"/>
                    <a:pt x="88" y="174"/>
                  </a:cubicBezTo>
                  <a:cubicBezTo>
                    <a:pt x="88" y="165"/>
                    <a:pt x="88" y="145"/>
                    <a:pt x="98" y="136"/>
                  </a:cubicBezTo>
                  <a:cubicBezTo>
                    <a:pt x="98" y="126"/>
                    <a:pt x="107" y="117"/>
                    <a:pt x="117" y="107"/>
                  </a:cubicBezTo>
                  <a:cubicBezTo>
                    <a:pt x="126" y="97"/>
                    <a:pt x="136" y="88"/>
                    <a:pt x="146" y="88"/>
                  </a:cubicBezTo>
                  <a:cubicBezTo>
                    <a:pt x="165" y="78"/>
                    <a:pt x="175" y="78"/>
                    <a:pt x="194" y="78"/>
                  </a:cubicBezTo>
                  <a:cubicBezTo>
                    <a:pt x="233" y="78"/>
                    <a:pt x="262" y="88"/>
                    <a:pt x="271" y="107"/>
                  </a:cubicBezTo>
                  <a:cubicBezTo>
                    <a:pt x="291" y="126"/>
                    <a:pt x="300" y="145"/>
                    <a:pt x="300" y="174"/>
                  </a:cubicBezTo>
                  <a:cubicBezTo>
                    <a:pt x="300" y="194"/>
                    <a:pt x="291" y="213"/>
                    <a:pt x="291" y="232"/>
                  </a:cubicBezTo>
                  <a:cubicBezTo>
                    <a:pt x="281" y="252"/>
                    <a:pt x="271" y="261"/>
                    <a:pt x="252" y="281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472;p39"/>
            <p:cNvSpPr/>
            <p:nvPr/>
          </p:nvSpPr>
          <p:spPr>
            <a:xfrm>
              <a:off x="733680" y="2060280"/>
              <a:ext cx="61920" cy="8748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5"/>
                  </a:moveTo>
                  <a:cubicBezTo>
                    <a:pt x="387" y="106"/>
                    <a:pt x="377" y="87"/>
                    <a:pt x="358" y="68"/>
                  </a:cubicBezTo>
                  <a:cubicBezTo>
                    <a:pt x="338" y="48"/>
                    <a:pt x="319" y="29"/>
                    <a:pt x="290" y="19"/>
                  </a:cubicBezTo>
                  <a:cubicBezTo>
                    <a:pt x="271" y="10"/>
                    <a:pt x="242" y="0"/>
                    <a:pt x="203" y="0"/>
                  </a:cubicBezTo>
                  <a:cubicBezTo>
                    <a:pt x="164" y="0"/>
                    <a:pt x="135" y="10"/>
                    <a:pt x="116" y="19"/>
                  </a:cubicBezTo>
                  <a:cubicBezTo>
                    <a:pt x="87" y="29"/>
                    <a:pt x="68" y="48"/>
                    <a:pt x="48" y="68"/>
                  </a:cubicBezTo>
                  <a:cubicBezTo>
                    <a:pt x="39" y="87"/>
                    <a:pt x="19" y="106"/>
                    <a:pt x="19" y="135"/>
                  </a:cubicBezTo>
                  <a:cubicBezTo>
                    <a:pt x="10" y="164"/>
                    <a:pt x="0" y="193"/>
                    <a:pt x="0" y="222"/>
                  </a:cubicBezTo>
                  <a:cubicBezTo>
                    <a:pt x="0" y="242"/>
                    <a:pt x="0" y="271"/>
                    <a:pt x="0" y="290"/>
                  </a:cubicBezTo>
                  <a:cubicBezTo>
                    <a:pt x="0" y="309"/>
                    <a:pt x="0" y="329"/>
                    <a:pt x="0" y="358"/>
                  </a:cubicBezTo>
                  <a:cubicBezTo>
                    <a:pt x="0" y="387"/>
                    <a:pt x="10" y="416"/>
                    <a:pt x="19" y="445"/>
                  </a:cubicBezTo>
                  <a:cubicBezTo>
                    <a:pt x="19" y="464"/>
                    <a:pt x="39" y="493"/>
                    <a:pt x="48" y="512"/>
                  </a:cubicBezTo>
                  <a:cubicBezTo>
                    <a:pt x="68" y="532"/>
                    <a:pt x="87" y="541"/>
                    <a:pt x="116" y="561"/>
                  </a:cubicBezTo>
                  <a:cubicBezTo>
                    <a:pt x="135" y="570"/>
                    <a:pt x="164" y="570"/>
                    <a:pt x="203" y="570"/>
                  </a:cubicBezTo>
                  <a:cubicBezTo>
                    <a:pt x="242" y="570"/>
                    <a:pt x="271" y="570"/>
                    <a:pt x="290" y="561"/>
                  </a:cubicBezTo>
                  <a:cubicBezTo>
                    <a:pt x="319" y="541"/>
                    <a:pt x="338" y="532"/>
                    <a:pt x="358" y="512"/>
                  </a:cubicBezTo>
                  <a:cubicBezTo>
                    <a:pt x="377" y="493"/>
                    <a:pt x="387" y="464"/>
                    <a:pt x="396" y="445"/>
                  </a:cubicBezTo>
                  <a:cubicBezTo>
                    <a:pt x="396" y="416"/>
                    <a:pt x="406" y="387"/>
                    <a:pt x="406" y="358"/>
                  </a:cubicBezTo>
                  <a:cubicBezTo>
                    <a:pt x="406" y="329"/>
                    <a:pt x="406" y="309"/>
                    <a:pt x="406" y="290"/>
                  </a:cubicBezTo>
                  <a:cubicBezTo>
                    <a:pt x="406" y="271"/>
                    <a:pt x="406" y="242"/>
                    <a:pt x="406" y="222"/>
                  </a:cubicBezTo>
                  <a:cubicBezTo>
                    <a:pt x="406" y="193"/>
                    <a:pt x="396" y="164"/>
                    <a:pt x="396" y="135"/>
                  </a:cubicBezTo>
                  <a:close/>
                  <a:moveTo>
                    <a:pt x="77" y="290"/>
                  </a:moveTo>
                  <a:cubicBezTo>
                    <a:pt x="77" y="271"/>
                    <a:pt x="77" y="242"/>
                    <a:pt x="77" y="222"/>
                  </a:cubicBezTo>
                  <a:cubicBezTo>
                    <a:pt x="77" y="174"/>
                    <a:pt x="87" y="135"/>
                    <a:pt x="106" y="106"/>
                  </a:cubicBezTo>
                  <a:cubicBezTo>
                    <a:pt x="135" y="87"/>
                    <a:pt x="164" y="77"/>
                    <a:pt x="203" y="77"/>
                  </a:cubicBezTo>
                  <a:cubicBezTo>
                    <a:pt x="242" y="77"/>
                    <a:pt x="280" y="87"/>
                    <a:pt x="300" y="106"/>
                  </a:cubicBezTo>
                  <a:cubicBezTo>
                    <a:pt x="319" y="135"/>
                    <a:pt x="329" y="174"/>
                    <a:pt x="329" y="222"/>
                  </a:cubicBezTo>
                  <a:cubicBezTo>
                    <a:pt x="329" y="242"/>
                    <a:pt x="329" y="271"/>
                    <a:pt x="329" y="290"/>
                  </a:cubicBezTo>
                  <a:cubicBezTo>
                    <a:pt x="329" y="309"/>
                    <a:pt x="329" y="329"/>
                    <a:pt x="329" y="358"/>
                  </a:cubicBezTo>
                  <a:cubicBezTo>
                    <a:pt x="329" y="406"/>
                    <a:pt x="319" y="445"/>
                    <a:pt x="300" y="464"/>
                  </a:cubicBezTo>
                  <a:cubicBezTo>
                    <a:pt x="280" y="493"/>
                    <a:pt x="242" y="503"/>
                    <a:pt x="203" y="503"/>
                  </a:cubicBezTo>
                  <a:cubicBezTo>
                    <a:pt x="164" y="503"/>
                    <a:pt x="135" y="493"/>
                    <a:pt x="106" y="464"/>
                  </a:cubicBezTo>
                  <a:cubicBezTo>
                    <a:pt x="87" y="445"/>
                    <a:pt x="77" y="406"/>
                    <a:pt x="77" y="358"/>
                  </a:cubicBezTo>
                  <a:cubicBezTo>
                    <a:pt x="77" y="329"/>
                    <a:pt x="77" y="309"/>
                    <a:pt x="77" y="290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473;p39"/>
            <p:cNvSpPr/>
            <p:nvPr/>
          </p:nvSpPr>
          <p:spPr>
            <a:xfrm>
              <a:off x="808200" y="2061720"/>
              <a:ext cx="62280" cy="860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86040"/>
                <a:gd name="textAreaBottom" fmla="*/ 86400 h 86040"/>
              </a:gdLst>
              <a:ahLst/>
              <a:cxnLst/>
              <a:rect l="textAreaLeft" t="textAreaTop" r="textAreaRight" b="textAreaBottom"/>
              <a:pathLst>
                <a:path fill="none" w="407" h="562">
                  <a:moveTo>
                    <a:pt x="68" y="407"/>
                  </a:moveTo>
                  <a:cubicBezTo>
                    <a:pt x="68" y="407"/>
                    <a:pt x="68" y="407"/>
                    <a:pt x="58" y="407"/>
                  </a:cubicBezTo>
                  <a:lnTo>
                    <a:pt x="20" y="407"/>
                  </a:lnTo>
                  <a:cubicBezTo>
                    <a:pt x="20" y="407"/>
                    <a:pt x="10" y="407"/>
                    <a:pt x="10" y="407"/>
                  </a:cubicBezTo>
                  <a:cubicBezTo>
                    <a:pt x="10" y="416"/>
                    <a:pt x="0" y="416"/>
                    <a:pt x="0" y="426"/>
                  </a:cubicBezTo>
                  <a:cubicBezTo>
                    <a:pt x="10" y="436"/>
                    <a:pt x="10" y="455"/>
                    <a:pt x="20" y="474"/>
                  </a:cubicBezTo>
                  <a:cubicBezTo>
                    <a:pt x="29" y="494"/>
                    <a:pt x="39" y="503"/>
                    <a:pt x="58" y="523"/>
                  </a:cubicBezTo>
                  <a:cubicBezTo>
                    <a:pt x="68" y="532"/>
                    <a:pt x="97" y="542"/>
                    <a:pt x="116" y="552"/>
                  </a:cubicBezTo>
                  <a:cubicBezTo>
                    <a:pt x="145" y="561"/>
                    <a:pt x="174" y="561"/>
                    <a:pt x="213" y="561"/>
                  </a:cubicBezTo>
                  <a:cubicBezTo>
                    <a:pt x="232" y="561"/>
                    <a:pt x="261" y="561"/>
                    <a:pt x="290" y="552"/>
                  </a:cubicBezTo>
                  <a:cubicBezTo>
                    <a:pt x="309" y="542"/>
                    <a:pt x="329" y="532"/>
                    <a:pt x="348" y="523"/>
                  </a:cubicBezTo>
                  <a:cubicBezTo>
                    <a:pt x="367" y="503"/>
                    <a:pt x="377" y="484"/>
                    <a:pt x="387" y="465"/>
                  </a:cubicBezTo>
                  <a:cubicBezTo>
                    <a:pt x="406" y="445"/>
                    <a:pt x="406" y="416"/>
                    <a:pt x="406" y="387"/>
                  </a:cubicBezTo>
                  <a:cubicBezTo>
                    <a:pt x="406" y="368"/>
                    <a:pt x="406" y="349"/>
                    <a:pt x="396" y="329"/>
                  </a:cubicBezTo>
                  <a:cubicBezTo>
                    <a:pt x="387" y="300"/>
                    <a:pt x="377" y="291"/>
                    <a:pt x="358" y="271"/>
                  </a:cubicBezTo>
                  <a:cubicBezTo>
                    <a:pt x="338" y="262"/>
                    <a:pt x="319" y="252"/>
                    <a:pt x="300" y="242"/>
                  </a:cubicBezTo>
                  <a:cubicBezTo>
                    <a:pt x="280" y="233"/>
                    <a:pt x="251" y="233"/>
                    <a:pt x="232" y="233"/>
                  </a:cubicBezTo>
                  <a:lnTo>
                    <a:pt x="367" y="78"/>
                  </a:lnTo>
                  <a:cubicBezTo>
                    <a:pt x="377" y="78"/>
                    <a:pt x="377" y="68"/>
                    <a:pt x="377" y="68"/>
                  </a:cubicBezTo>
                  <a:cubicBezTo>
                    <a:pt x="387" y="59"/>
                    <a:pt x="387" y="59"/>
                    <a:pt x="387" y="49"/>
                  </a:cubicBezTo>
                  <a:lnTo>
                    <a:pt x="387" y="20"/>
                  </a:lnTo>
                  <a:cubicBezTo>
                    <a:pt x="387" y="20"/>
                    <a:pt x="377" y="10"/>
                    <a:pt x="377" y="10"/>
                  </a:cubicBezTo>
                  <a:cubicBezTo>
                    <a:pt x="377" y="1"/>
                    <a:pt x="367" y="1"/>
                    <a:pt x="358" y="1"/>
                  </a:cubicBezTo>
                  <a:lnTo>
                    <a:pt x="49" y="1"/>
                  </a:lnTo>
                  <a:cubicBezTo>
                    <a:pt x="49" y="1"/>
                    <a:pt x="39" y="1"/>
                    <a:pt x="39" y="10"/>
                  </a:cubicBezTo>
                  <a:cubicBezTo>
                    <a:pt x="29" y="10"/>
                    <a:pt x="29" y="20"/>
                    <a:pt x="29" y="20"/>
                  </a:cubicBezTo>
                  <a:lnTo>
                    <a:pt x="29" y="49"/>
                  </a:lnTo>
                  <a:cubicBezTo>
                    <a:pt x="29" y="59"/>
                    <a:pt x="29" y="59"/>
                    <a:pt x="39" y="68"/>
                  </a:cubicBezTo>
                  <a:cubicBezTo>
                    <a:pt x="39" y="68"/>
                    <a:pt x="49" y="68"/>
                    <a:pt x="49" y="68"/>
                  </a:cubicBezTo>
                  <a:lnTo>
                    <a:pt x="280" y="68"/>
                  </a:lnTo>
                  <a:lnTo>
                    <a:pt x="135" y="223"/>
                  </a:lnTo>
                  <a:cubicBezTo>
                    <a:pt x="135" y="233"/>
                    <a:pt x="126" y="233"/>
                    <a:pt x="126" y="233"/>
                  </a:cubicBezTo>
                  <a:cubicBezTo>
                    <a:pt x="126" y="242"/>
                    <a:pt x="126" y="242"/>
                    <a:pt x="126" y="252"/>
                  </a:cubicBezTo>
                  <a:lnTo>
                    <a:pt x="126" y="281"/>
                  </a:lnTo>
                  <a:cubicBezTo>
                    <a:pt x="126" y="281"/>
                    <a:pt x="126" y="291"/>
                    <a:pt x="126" y="291"/>
                  </a:cubicBezTo>
                  <a:cubicBezTo>
                    <a:pt x="135" y="300"/>
                    <a:pt x="135" y="300"/>
                    <a:pt x="145" y="300"/>
                  </a:cubicBezTo>
                  <a:lnTo>
                    <a:pt x="213" y="300"/>
                  </a:lnTo>
                  <a:cubicBezTo>
                    <a:pt x="222" y="300"/>
                    <a:pt x="242" y="300"/>
                    <a:pt x="261" y="300"/>
                  </a:cubicBezTo>
                  <a:cubicBezTo>
                    <a:pt x="271" y="310"/>
                    <a:pt x="290" y="310"/>
                    <a:pt x="300" y="320"/>
                  </a:cubicBezTo>
                  <a:cubicBezTo>
                    <a:pt x="309" y="329"/>
                    <a:pt x="319" y="339"/>
                    <a:pt x="319" y="349"/>
                  </a:cubicBezTo>
                  <a:cubicBezTo>
                    <a:pt x="329" y="358"/>
                    <a:pt x="329" y="378"/>
                    <a:pt x="329" y="387"/>
                  </a:cubicBezTo>
                  <a:cubicBezTo>
                    <a:pt x="329" y="407"/>
                    <a:pt x="329" y="426"/>
                    <a:pt x="319" y="436"/>
                  </a:cubicBezTo>
                  <a:cubicBezTo>
                    <a:pt x="319" y="445"/>
                    <a:pt x="309" y="455"/>
                    <a:pt x="300" y="465"/>
                  </a:cubicBezTo>
                  <a:cubicBezTo>
                    <a:pt x="280" y="474"/>
                    <a:pt x="271" y="484"/>
                    <a:pt x="261" y="484"/>
                  </a:cubicBezTo>
                  <a:cubicBezTo>
                    <a:pt x="242" y="494"/>
                    <a:pt x="222" y="494"/>
                    <a:pt x="213" y="494"/>
                  </a:cubicBezTo>
                  <a:cubicBezTo>
                    <a:pt x="184" y="494"/>
                    <a:pt x="164" y="494"/>
                    <a:pt x="145" y="484"/>
                  </a:cubicBezTo>
                  <a:cubicBezTo>
                    <a:pt x="135" y="484"/>
                    <a:pt x="126" y="474"/>
                    <a:pt x="116" y="474"/>
                  </a:cubicBezTo>
                  <a:cubicBezTo>
                    <a:pt x="107" y="465"/>
                    <a:pt x="97" y="455"/>
                    <a:pt x="87" y="445"/>
                  </a:cubicBezTo>
                  <a:cubicBezTo>
                    <a:pt x="87" y="436"/>
                    <a:pt x="78" y="426"/>
                    <a:pt x="78" y="426"/>
                  </a:cubicBezTo>
                  <a:cubicBezTo>
                    <a:pt x="78" y="416"/>
                    <a:pt x="78" y="416"/>
                    <a:pt x="68" y="407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474;p39"/>
            <p:cNvSpPr/>
            <p:nvPr/>
          </p:nvSpPr>
          <p:spPr>
            <a:xfrm>
              <a:off x="733680" y="3318120"/>
              <a:ext cx="61920" cy="8748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fill="none" w="406" h="571">
                  <a:moveTo>
                    <a:pt x="396" y="136"/>
                  </a:moveTo>
                  <a:cubicBezTo>
                    <a:pt x="387" y="107"/>
                    <a:pt x="377" y="88"/>
                    <a:pt x="358" y="59"/>
                  </a:cubicBezTo>
                  <a:cubicBezTo>
                    <a:pt x="338" y="39"/>
                    <a:pt x="319" y="30"/>
                    <a:pt x="290" y="20"/>
                  </a:cubicBezTo>
                  <a:cubicBezTo>
                    <a:pt x="271" y="10"/>
                    <a:pt x="242" y="1"/>
                    <a:pt x="203" y="1"/>
                  </a:cubicBezTo>
                  <a:cubicBezTo>
                    <a:pt x="164" y="1"/>
                    <a:pt x="135" y="10"/>
                    <a:pt x="116" y="20"/>
                  </a:cubicBezTo>
                  <a:cubicBezTo>
                    <a:pt x="87" y="30"/>
                    <a:pt x="68" y="39"/>
                    <a:pt x="48" y="59"/>
                  </a:cubicBezTo>
                  <a:cubicBezTo>
                    <a:pt x="39" y="88"/>
                    <a:pt x="19" y="107"/>
                    <a:pt x="19" y="136"/>
                  </a:cubicBezTo>
                  <a:cubicBezTo>
                    <a:pt x="10" y="155"/>
                    <a:pt x="0" y="184"/>
                    <a:pt x="0" y="223"/>
                  </a:cubicBezTo>
                  <a:cubicBezTo>
                    <a:pt x="0" y="242"/>
                    <a:pt x="0" y="262"/>
                    <a:pt x="0" y="281"/>
                  </a:cubicBezTo>
                  <a:cubicBezTo>
                    <a:pt x="0" y="310"/>
                    <a:pt x="0" y="329"/>
                    <a:pt x="0" y="349"/>
                  </a:cubicBezTo>
                  <a:cubicBezTo>
                    <a:pt x="0" y="387"/>
                    <a:pt x="10" y="416"/>
                    <a:pt x="19" y="436"/>
                  </a:cubicBezTo>
                  <a:cubicBezTo>
                    <a:pt x="19" y="465"/>
                    <a:pt x="39" y="484"/>
                    <a:pt x="48" y="513"/>
                  </a:cubicBezTo>
                  <a:cubicBezTo>
                    <a:pt x="68" y="532"/>
                    <a:pt x="87" y="542"/>
                    <a:pt x="116" y="552"/>
                  </a:cubicBezTo>
                  <a:cubicBezTo>
                    <a:pt x="135" y="561"/>
                    <a:pt x="164" y="571"/>
                    <a:pt x="203" y="571"/>
                  </a:cubicBezTo>
                  <a:cubicBezTo>
                    <a:pt x="242" y="571"/>
                    <a:pt x="271" y="561"/>
                    <a:pt x="290" y="552"/>
                  </a:cubicBezTo>
                  <a:cubicBezTo>
                    <a:pt x="319" y="542"/>
                    <a:pt x="338" y="532"/>
                    <a:pt x="358" y="513"/>
                  </a:cubicBezTo>
                  <a:cubicBezTo>
                    <a:pt x="377" y="484"/>
                    <a:pt x="387" y="465"/>
                    <a:pt x="396" y="436"/>
                  </a:cubicBezTo>
                  <a:cubicBezTo>
                    <a:pt x="396" y="416"/>
                    <a:pt x="406" y="387"/>
                    <a:pt x="406" y="349"/>
                  </a:cubicBezTo>
                  <a:cubicBezTo>
                    <a:pt x="406" y="329"/>
                    <a:pt x="406" y="310"/>
                    <a:pt x="406" y="281"/>
                  </a:cubicBezTo>
                  <a:cubicBezTo>
                    <a:pt x="406" y="262"/>
                    <a:pt x="406" y="242"/>
                    <a:pt x="406" y="223"/>
                  </a:cubicBezTo>
                  <a:cubicBezTo>
                    <a:pt x="406" y="184"/>
                    <a:pt x="396" y="155"/>
                    <a:pt x="396" y="136"/>
                  </a:cubicBezTo>
                  <a:close/>
                  <a:moveTo>
                    <a:pt x="77" y="281"/>
                  </a:moveTo>
                  <a:cubicBezTo>
                    <a:pt x="77" y="262"/>
                    <a:pt x="77" y="242"/>
                    <a:pt x="77" y="223"/>
                  </a:cubicBezTo>
                  <a:cubicBezTo>
                    <a:pt x="77" y="165"/>
                    <a:pt x="87" y="136"/>
                    <a:pt x="106" y="107"/>
                  </a:cubicBezTo>
                  <a:cubicBezTo>
                    <a:pt x="135" y="88"/>
                    <a:pt x="164" y="68"/>
                    <a:pt x="203" y="68"/>
                  </a:cubicBezTo>
                  <a:cubicBezTo>
                    <a:pt x="242" y="68"/>
                    <a:pt x="280" y="88"/>
                    <a:pt x="300" y="107"/>
                  </a:cubicBezTo>
                  <a:cubicBezTo>
                    <a:pt x="319" y="136"/>
                    <a:pt x="329" y="165"/>
                    <a:pt x="329" y="223"/>
                  </a:cubicBezTo>
                  <a:cubicBezTo>
                    <a:pt x="329" y="242"/>
                    <a:pt x="329" y="262"/>
                    <a:pt x="329" y="281"/>
                  </a:cubicBezTo>
                  <a:cubicBezTo>
                    <a:pt x="329" y="310"/>
                    <a:pt x="329" y="329"/>
                    <a:pt x="329" y="349"/>
                  </a:cubicBezTo>
                  <a:cubicBezTo>
                    <a:pt x="329" y="407"/>
                    <a:pt x="319" y="436"/>
                    <a:pt x="300" y="465"/>
                  </a:cubicBezTo>
                  <a:cubicBezTo>
                    <a:pt x="280" y="484"/>
                    <a:pt x="242" y="503"/>
                    <a:pt x="203" y="503"/>
                  </a:cubicBezTo>
                  <a:cubicBezTo>
                    <a:pt x="164" y="503"/>
                    <a:pt x="135" y="484"/>
                    <a:pt x="106" y="465"/>
                  </a:cubicBezTo>
                  <a:cubicBezTo>
                    <a:pt x="87" y="436"/>
                    <a:pt x="77" y="407"/>
                    <a:pt x="77" y="349"/>
                  </a:cubicBezTo>
                  <a:cubicBezTo>
                    <a:pt x="77" y="329"/>
                    <a:pt x="77" y="310"/>
                    <a:pt x="77" y="281"/>
                  </a:cubicBez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475;p39"/>
            <p:cNvSpPr/>
            <p:nvPr/>
          </p:nvSpPr>
          <p:spPr>
            <a:xfrm>
              <a:off x="806400" y="3319560"/>
              <a:ext cx="66600" cy="8460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fill="none" w="436" h="552">
                  <a:moveTo>
                    <a:pt x="329" y="551"/>
                  </a:moveTo>
                  <a:cubicBezTo>
                    <a:pt x="339" y="551"/>
                    <a:pt x="339" y="551"/>
                    <a:pt x="348" y="551"/>
                  </a:cubicBezTo>
                  <a:cubicBezTo>
                    <a:pt x="348" y="542"/>
                    <a:pt x="348" y="542"/>
                    <a:pt x="348" y="532"/>
                  </a:cubicBezTo>
                  <a:lnTo>
                    <a:pt x="348" y="426"/>
                  </a:lnTo>
                  <a:lnTo>
                    <a:pt x="416" y="426"/>
                  </a:lnTo>
                  <a:cubicBezTo>
                    <a:pt x="426" y="426"/>
                    <a:pt x="426" y="416"/>
                    <a:pt x="435" y="416"/>
                  </a:cubicBezTo>
                  <a:cubicBezTo>
                    <a:pt x="435" y="416"/>
                    <a:pt x="435" y="406"/>
                    <a:pt x="435" y="397"/>
                  </a:cubicBezTo>
                  <a:lnTo>
                    <a:pt x="435" y="368"/>
                  </a:lnTo>
                  <a:cubicBezTo>
                    <a:pt x="435" y="368"/>
                    <a:pt x="435" y="358"/>
                    <a:pt x="435" y="358"/>
                  </a:cubicBezTo>
                  <a:cubicBezTo>
                    <a:pt x="426" y="348"/>
                    <a:pt x="426" y="348"/>
                    <a:pt x="416" y="348"/>
                  </a:cubicBezTo>
                  <a:lnTo>
                    <a:pt x="348" y="348"/>
                  </a:lnTo>
                  <a:lnTo>
                    <a:pt x="348" y="20"/>
                  </a:lnTo>
                  <a:cubicBezTo>
                    <a:pt x="348" y="10"/>
                    <a:pt x="348" y="10"/>
                    <a:pt x="348" y="0"/>
                  </a:cubicBezTo>
                  <a:cubicBezTo>
                    <a:pt x="339" y="0"/>
                    <a:pt x="339" y="0"/>
                    <a:pt x="329" y="0"/>
                  </a:cubicBezTo>
                  <a:lnTo>
                    <a:pt x="300" y="0"/>
                  </a:lnTo>
                  <a:cubicBezTo>
                    <a:pt x="290" y="0"/>
                    <a:pt x="281" y="0"/>
                    <a:pt x="281" y="0"/>
                  </a:cubicBezTo>
                  <a:cubicBezTo>
                    <a:pt x="271" y="10"/>
                    <a:pt x="271" y="10"/>
                    <a:pt x="271" y="20"/>
                  </a:cubicBezTo>
                  <a:lnTo>
                    <a:pt x="20" y="348"/>
                  </a:lnTo>
                  <a:cubicBezTo>
                    <a:pt x="10" y="348"/>
                    <a:pt x="10" y="358"/>
                    <a:pt x="10" y="358"/>
                  </a:cubicBezTo>
                  <a:cubicBezTo>
                    <a:pt x="10" y="368"/>
                    <a:pt x="1" y="368"/>
                    <a:pt x="1" y="368"/>
                  </a:cubicBezTo>
                  <a:lnTo>
                    <a:pt x="1" y="397"/>
                  </a:lnTo>
                  <a:cubicBezTo>
                    <a:pt x="1" y="406"/>
                    <a:pt x="10" y="416"/>
                    <a:pt x="10" y="416"/>
                  </a:cubicBezTo>
                  <a:cubicBezTo>
                    <a:pt x="20" y="416"/>
                    <a:pt x="20" y="426"/>
                    <a:pt x="30" y="426"/>
                  </a:cubicBezTo>
                  <a:lnTo>
                    <a:pt x="271" y="426"/>
                  </a:lnTo>
                  <a:lnTo>
                    <a:pt x="271" y="532"/>
                  </a:lnTo>
                  <a:cubicBezTo>
                    <a:pt x="271" y="542"/>
                    <a:pt x="281" y="542"/>
                    <a:pt x="281" y="551"/>
                  </a:cubicBezTo>
                  <a:cubicBezTo>
                    <a:pt x="290" y="551"/>
                    <a:pt x="290" y="551"/>
                    <a:pt x="300" y="551"/>
                  </a:cubicBezTo>
                  <a:close/>
                  <a:moveTo>
                    <a:pt x="107" y="348"/>
                  </a:moveTo>
                  <a:lnTo>
                    <a:pt x="271" y="126"/>
                  </a:lnTo>
                  <a:lnTo>
                    <a:pt x="271" y="348"/>
                  </a:lnTo>
                  <a:close/>
                </a:path>
              </a:pathLst>
            </a:custGeom>
            <a:noFill/>
            <a:ln w="11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7;p13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10c1d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0" name="Google Shape;128;p13" descr=""/>
          <p:cNvPicPr/>
          <p:nvPr/>
        </p:nvPicPr>
        <p:blipFill>
          <a:blip r:embed="rId2"/>
          <a:stretch/>
        </p:blipFill>
        <p:spPr>
          <a:xfrm>
            <a:off x="-737640" y="-723960"/>
            <a:ext cx="10711080" cy="65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6840" y="1742760"/>
            <a:ext cx="22690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3443760" y="1742760"/>
            <a:ext cx="2269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720360" y="3376080"/>
            <a:ext cx="2269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3443400" y="3376080"/>
            <a:ext cx="22690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title"/>
          </p:nvPr>
        </p:nvSpPr>
        <p:spPr>
          <a:xfrm>
            <a:off x="713160" y="1226520"/>
            <a:ext cx="818280" cy="461520"/>
          </a:xfrm>
          <a:prstGeom prst="rect">
            <a:avLst/>
          </a:prstGeom>
          <a:noFill/>
          <a:ln w="0">
            <a:noFill/>
          </a:ln>
          <a:effectLst>
            <a:outerShdw dist="47520" dir="5400000" blurRad="214200" rotWithShape="0">
              <a:srgbClr val="a4c2f4">
                <a:alpha val="94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title"/>
          </p:nvPr>
        </p:nvSpPr>
        <p:spPr>
          <a:xfrm>
            <a:off x="3437280" y="1226520"/>
            <a:ext cx="818280" cy="461520"/>
          </a:xfrm>
          <a:prstGeom prst="rect">
            <a:avLst/>
          </a:prstGeom>
          <a:noFill/>
          <a:ln w="0">
            <a:noFill/>
          </a:ln>
          <a:effectLst>
            <a:outerShdw dist="47520" dir="5400000" blurRad="214200" rotWithShape="0">
              <a:srgbClr val="a4c2f4">
                <a:alpha val="94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title"/>
          </p:nvPr>
        </p:nvSpPr>
        <p:spPr>
          <a:xfrm>
            <a:off x="720360" y="2872800"/>
            <a:ext cx="818280" cy="461520"/>
          </a:xfrm>
          <a:prstGeom prst="rect">
            <a:avLst/>
          </a:prstGeom>
          <a:noFill/>
          <a:ln w="0">
            <a:noFill/>
          </a:ln>
          <a:effectLst>
            <a:outerShdw dist="47520" dir="5400000" blurRad="214200" rotWithShape="0">
              <a:srgbClr val="a4c2f4">
                <a:alpha val="94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title"/>
          </p:nvPr>
        </p:nvSpPr>
        <p:spPr>
          <a:xfrm>
            <a:off x="720000" y="532800"/>
            <a:ext cx="7703640" cy="572400"/>
          </a:xfrm>
          <a:prstGeom prst="rect">
            <a:avLst/>
          </a:prstGeom>
          <a:noFill/>
          <a:ln w="0">
            <a:noFill/>
          </a:ln>
          <a:effectLst>
            <a:outerShdw dist="19080" dir="5400000" blurRad="314280" rotWithShape="0">
              <a:srgbClr val="a4c2f4">
                <a:alpha val="96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title"/>
          </p:nvPr>
        </p:nvSpPr>
        <p:spPr>
          <a:xfrm>
            <a:off x="3440880" y="2872800"/>
            <a:ext cx="818280" cy="461520"/>
          </a:xfrm>
          <a:prstGeom prst="rect">
            <a:avLst/>
          </a:prstGeom>
          <a:noFill/>
          <a:ln w="0">
            <a:noFill/>
          </a:ln>
          <a:effectLst>
            <a:outerShdw dist="47520" dir="5400000" blurRad="214200" rotWithShape="0">
              <a:srgbClr val="a4c2f4">
                <a:alpha val="94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142;p13"/>
          <p:cNvSpPr/>
          <p:nvPr/>
        </p:nvSpPr>
        <p:spPr>
          <a:xfrm>
            <a:off x="6079680" y="532800"/>
            <a:ext cx="2499480" cy="210240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1" name="Google Shape;143;p13" descr=""/>
          <p:cNvPicPr/>
          <p:nvPr/>
        </p:nvPicPr>
        <p:blipFill>
          <a:blip r:embed="rId3"/>
          <a:stretch/>
        </p:blipFill>
        <p:spPr>
          <a:xfrm>
            <a:off x="5783400" y="308880"/>
            <a:ext cx="3092400" cy="254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144;p13" descr=""/>
          <p:cNvPicPr/>
          <p:nvPr/>
        </p:nvPicPr>
        <p:blipFill>
          <a:blip r:embed="rId4"/>
          <a:stretch/>
        </p:blipFill>
        <p:spPr>
          <a:xfrm>
            <a:off x="6376320" y="2752920"/>
            <a:ext cx="1906560" cy="19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145;p13"/>
          <p:cNvSpPr/>
          <p:nvPr/>
        </p:nvSpPr>
        <p:spPr>
          <a:xfrm>
            <a:off x="550440" y="539640"/>
            <a:ext cx="542952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146;p13"/>
          <p:cNvSpPr/>
          <p:nvPr/>
        </p:nvSpPr>
        <p:spPr>
          <a:xfrm>
            <a:off x="7742160" y="4524120"/>
            <a:ext cx="55800" cy="12960"/>
          </a:xfrm>
          <a:custGeom>
            <a:avLst/>
            <a:gdLst>
              <a:gd name="textAreaLeft" fmla="*/ 0 w 55800"/>
              <a:gd name="textAreaRight" fmla="*/ 56160 w 5580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230" h="292">
                <a:moveTo>
                  <a:pt x="1" y="292"/>
                </a:moveTo>
                <a:cubicBezTo>
                  <a:pt x="417" y="167"/>
                  <a:pt x="813" y="63"/>
                  <a:pt x="1229" y="0"/>
                </a:cubicBezTo>
                <a:lnTo>
                  <a:pt x="1229" y="0"/>
                </a:lnTo>
                <a:cubicBezTo>
                  <a:pt x="834" y="42"/>
                  <a:pt x="417" y="146"/>
                  <a:pt x="1" y="292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480" bIns="64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Google Shape;147;p13"/>
          <p:cNvSpPr/>
          <p:nvPr/>
        </p:nvSpPr>
        <p:spPr>
          <a:xfrm>
            <a:off x="7797960" y="4520160"/>
            <a:ext cx="88920" cy="8280"/>
          </a:xfrm>
          <a:custGeom>
            <a:avLst/>
            <a:gdLst>
              <a:gd name="textAreaLeft" fmla="*/ 0 w 88920"/>
              <a:gd name="textAreaRight" fmla="*/ 89280 w 8892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1958" h="189">
                <a:moveTo>
                  <a:pt x="0" y="84"/>
                </a:moveTo>
                <a:cubicBezTo>
                  <a:pt x="667" y="1"/>
                  <a:pt x="1312" y="43"/>
                  <a:pt x="1958" y="188"/>
                </a:cubicBezTo>
                <a:lnTo>
                  <a:pt x="1958" y="188"/>
                </a:lnTo>
                <a:lnTo>
                  <a:pt x="1958" y="188"/>
                </a:lnTo>
                <a:cubicBezTo>
                  <a:pt x="1562" y="63"/>
                  <a:pt x="1167" y="22"/>
                  <a:pt x="771" y="22"/>
                </a:cubicBezTo>
                <a:lnTo>
                  <a:pt x="771" y="22"/>
                </a:lnTo>
                <a:cubicBezTo>
                  <a:pt x="521" y="22"/>
                  <a:pt x="250" y="43"/>
                  <a:pt x="0" y="8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320" bIns="4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Google Shape;148;p13"/>
          <p:cNvSpPr/>
          <p:nvPr/>
        </p:nvSpPr>
        <p:spPr>
          <a:xfrm>
            <a:off x="7096680" y="2540520"/>
            <a:ext cx="159480" cy="66960"/>
          </a:xfrm>
          <a:custGeom>
            <a:avLst/>
            <a:gdLst>
              <a:gd name="textAreaLeft" fmla="*/ 0 w 159480"/>
              <a:gd name="textAreaRight" fmla="*/ 159840 w 15948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3500" h="1479">
                <a:moveTo>
                  <a:pt x="1" y="1479"/>
                </a:moveTo>
                <a:lnTo>
                  <a:pt x="230" y="1479"/>
                </a:lnTo>
                <a:cubicBezTo>
                  <a:pt x="1000" y="1145"/>
                  <a:pt x="1771" y="771"/>
                  <a:pt x="2542" y="417"/>
                </a:cubicBezTo>
                <a:lnTo>
                  <a:pt x="2542" y="417"/>
                </a:lnTo>
                <a:cubicBezTo>
                  <a:pt x="2875" y="271"/>
                  <a:pt x="3187" y="125"/>
                  <a:pt x="3500" y="0"/>
                </a:cubicBezTo>
                <a:lnTo>
                  <a:pt x="3500" y="0"/>
                </a:lnTo>
                <a:cubicBezTo>
                  <a:pt x="2354" y="396"/>
                  <a:pt x="1167" y="1000"/>
                  <a:pt x="1" y="1479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3480" bIns="334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149;p13"/>
          <p:cNvSpPr/>
          <p:nvPr/>
        </p:nvSpPr>
        <p:spPr>
          <a:xfrm>
            <a:off x="7571880" y="2627280"/>
            <a:ext cx="10080" cy="3600"/>
          </a:xfrm>
          <a:custGeom>
            <a:avLst/>
            <a:gdLst>
              <a:gd name="textAreaLeft" fmla="*/ 0 w 10080"/>
              <a:gd name="textAreaRight" fmla="*/ 10440 w 10080"/>
              <a:gd name="textAreaTop" fmla="*/ 0 h 3600"/>
              <a:gd name="textAreaBottom" fmla="*/ 3960 h 3600"/>
            </a:gdLst>
            <a:ahLst/>
            <a:cxnLst/>
            <a:rect l="textAreaLeft" t="textAreaTop" r="textAreaRight" b="textAreaBottom"/>
            <a:pathLst>
              <a:path w="230" h="85">
                <a:moveTo>
                  <a:pt x="167" y="22"/>
                </a:moveTo>
                <a:cubicBezTo>
                  <a:pt x="188" y="22"/>
                  <a:pt x="209" y="22"/>
                  <a:pt x="230" y="1"/>
                </a:cubicBezTo>
                <a:lnTo>
                  <a:pt x="230" y="1"/>
                </a:lnTo>
                <a:cubicBezTo>
                  <a:pt x="209" y="22"/>
                  <a:pt x="188" y="22"/>
                  <a:pt x="167" y="22"/>
                </a:cubicBezTo>
                <a:close/>
                <a:moveTo>
                  <a:pt x="42" y="63"/>
                </a:moveTo>
                <a:cubicBezTo>
                  <a:pt x="42" y="63"/>
                  <a:pt x="21" y="84"/>
                  <a:pt x="1" y="84"/>
                </a:cubicBezTo>
                <a:lnTo>
                  <a:pt x="1" y="84"/>
                </a:lnTo>
                <a:cubicBezTo>
                  <a:pt x="63" y="63"/>
                  <a:pt x="126" y="42"/>
                  <a:pt x="167" y="22"/>
                </a:cubicBezTo>
                <a:lnTo>
                  <a:pt x="167" y="22"/>
                </a:lnTo>
                <a:cubicBezTo>
                  <a:pt x="126" y="42"/>
                  <a:pt x="84" y="42"/>
                  <a:pt x="42" y="63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00" bIns="1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Google Shape;150;p13"/>
          <p:cNvSpPr/>
          <p:nvPr/>
        </p:nvSpPr>
        <p:spPr>
          <a:xfrm>
            <a:off x="6598080" y="2551320"/>
            <a:ext cx="1440" cy="1440"/>
          </a:xfrm>
          <a:custGeom>
            <a:avLst/>
            <a:gdLst>
              <a:gd name="textAreaLeft" fmla="*/ 0 w 1440"/>
              <a:gd name="textAreaRight" fmla="*/ 1800 w 1440"/>
              <a:gd name="textAreaTop" fmla="*/ 0 h 1440"/>
              <a:gd name="textAreaBottom" fmla="*/ 1800 h 1440"/>
            </a:gdLst>
            <a:ahLst/>
            <a:cxnLst/>
            <a:rect l="textAreaLeft" t="textAreaTop" r="textAreaRight" b="textAreaBottom"/>
            <a:pathLst>
              <a:path w="43" h="43">
                <a:moveTo>
                  <a:pt x="42" y="1"/>
                </a:moveTo>
                <a:cubicBezTo>
                  <a:pt x="21" y="21"/>
                  <a:pt x="21" y="42"/>
                  <a:pt x="0" y="42"/>
                </a:cubicBezTo>
                <a:lnTo>
                  <a:pt x="0" y="42"/>
                </a:lnTo>
                <a:cubicBezTo>
                  <a:pt x="21" y="42"/>
                  <a:pt x="21" y="21"/>
                  <a:pt x="42" y="1"/>
                </a:cubicBezTo>
                <a:lnTo>
                  <a:pt x="42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20" bIns="7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151;p13"/>
          <p:cNvSpPr/>
          <p:nvPr/>
        </p:nvSpPr>
        <p:spPr>
          <a:xfrm>
            <a:off x="6627240" y="2551320"/>
            <a:ext cx="33840" cy="40680"/>
          </a:xfrm>
          <a:custGeom>
            <a:avLst/>
            <a:gdLst>
              <a:gd name="textAreaLeft" fmla="*/ 0 w 33840"/>
              <a:gd name="textAreaRight" fmla="*/ 34200 w 3384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751" h="897">
                <a:moveTo>
                  <a:pt x="709" y="1"/>
                </a:moveTo>
                <a:cubicBezTo>
                  <a:pt x="480" y="292"/>
                  <a:pt x="251" y="584"/>
                  <a:pt x="1" y="896"/>
                </a:cubicBezTo>
                <a:lnTo>
                  <a:pt x="1" y="896"/>
                </a:lnTo>
                <a:cubicBezTo>
                  <a:pt x="251" y="584"/>
                  <a:pt x="501" y="292"/>
                  <a:pt x="751" y="1"/>
                </a:cubicBezTo>
                <a:lnTo>
                  <a:pt x="751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0520" bIns="205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52;p13"/>
          <p:cNvSpPr/>
          <p:nvPr/>
        </p:nvSpPr>
        <p:spPr>
          <a:xfrm>
            <a:off x="8174880" y="4212360"/>
            <a:ext cx="412920" cy="41292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 w="0">
            <a:noFill/>
          </a:ln>
          <a:effectLst>
            <a:outerShdw algn="bl" blurRad="399960" dist="47520" rotWithShape="0">
              <a:schemeClr val="accent3">
                <a:alpha val="76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41" name="Google Shape;153;p13"/>
          <p:cNvCxnSpPr>
            <a:stCxn id="40" idx="0"/>
          </p:cNvCxnSpPr>
          <p:nvPr/>
        </p:nvCxnSpPr>
        <p:spPr>
          <a:xfrm flipH="1" flipV="1">
            <a:off x="8381160" y="2584080"/>
            <a:ext cx="720" cy="1628640"/>
          </a:xfrm>
          <a:prstGeom prst="straightConnector1">
            <a:avLst/>
          </a:prstGeom>
          <a:ln w="9525">
            <a:solidFill>
              <a:srgbClr val="212121"/>
            </a:solidFill>
            <a:round/>
          </a:ln>
        </p:spPr>
      </p:cxnSp>
      <p:cxnSp>
        <p:nvCxnSpPr>
          <p:cNvPr id="42" name="Google Shape;154;p13"/>
          <p:cNvCxnSpPr/>
          <p:nvPr/>
        </p:nvCxnSpPr>
        <p:spPr>
          <a:xfrm flipV="1">
            <a:off x="8381160" y="2787120"/>
            <a:ext cx="360" cy="127368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3" name="Google Shape;155;p13"/>
          <p:cNvSpPr/>
          <p:nvPr/>
        </p:nvSpPr>
        <p:spPr>
          <a:xfrm flipH="1" rot="10800000">
            <a:off x="6060600" y="2729520"/>
            <a:ext cx="412920" cy="41292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 w="0">
            <a:noFill/>
          </a:ln>
          <a:effectLst>
            <a:outerShdw algn="bl" blurRad="399960" dist="47520" rotWithShape="0">
              <a:schemeClr val="accent3">
                <a:alpha val="76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44" name="Google Shape;156;p13"/>
          <p:cNvCxnSpPr/>
          <p:nvPr/>
        </p:nvCxnSpPr>
        <p:spPr>
          <a:xfrm>
            <a:off x="6267600" y="3289320"/>
            <a:ext cx="360" cy="127800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5" name="PlaceHolder 10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36;p4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10c1d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7" name="Google Shape;37;p4" descr=""/>
          <p:cNvPicPr/>
          <p:nvPr/>
        </p:nvPicPr>
        <p:blipFill>
          <a:blip r:embed="rId2"/>
          <a:stretch/>
        </p:blipFill>
        <p:spPr>
          <a:xfrm>
            <a:off x="-737640" y="-723960"/>
            <a:ext cx="10711080" cy="65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dist="18861" dir="3982237" blurRad="314280" rotWithShape="0">
              <a:srgbClr val="a4c2f4">
                <a:alpha val="99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13160" y="1247040"/>
            <a:ext cx="7717320" cy="61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4D4C242-0DA0-4186-9D01-2214BAED2A89}" type="slidenum">
              <a:rPr b="0" lang="e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Google Shape;41;p4"/>
          <p:cNvSpPr/>
          <p:nvPr/>
        </p:nvSpPr>
        <p:spPr>
          <a:xfrm>
            <a:off x="550440" y="539640"/>
            <a:ext cx="8042760" cy="4068720"/>
          </a:xfrm>
          <a:prstGeom prst="rect">
            <a:avLst/>
          </a:prstGeom>
          <a:noFill/>
          <a:ln w="9525">
            <a:solidFill>
              <a:srgbClr val="a4c2f4"/>
            </a:solidFill>
            <a:round/>
          </a:ln>
          <a:effectLst>
            <a:outerShdw algn="bl" blurRad="285840" dir="6130287" dist="18782" rotWithShape="0">
              <a:srgbClr val="000000">
                <a:alpha val="9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52" name="Google Shape;42;p4"/>
          <p:cNvCxnSpPr/>
          <p:nvPr/>
        </p:nvCxnSpPr>
        <p:spPr>
          <a:xfrm>
            <a:off x="564480" y="1861920"/>
            <a:ext cx="8015040" cy="360"/>
          </a:xfrm>
          <a:prstGeom prst="straightConnector1">
            <a:avLst/>
          </a:prstGeom>
          <a:ln w="9525">
            <a:solidFill>
              <a:srgbClr val="a4c2f4"/>
            </a:solidFill>
            <a:round/>
          </a:ln>
        </p:spPr>
      </p:cxnSp>
      <p:cxnSp>
        <p:nvCxnSpPr>
          <p:cNvPr id="53" name="Google Shape;43;p4"/>
          <p:cNvCxnSpPr/>
          <p:nvPr/>
        </p:nvCxnSpPr>
        <p:spPr>
          <a:xfrm>
            <a:off x="550440" y="4117680"/>
            <a:ext cx="8015040" cy="360"/>
          </a:xfrm>
          <a:prstGeom prst="straightConnector1">
            <a:avLst/>
          </a:prstGeom>
          <a:ln w="9525">
            <a:solidFill>
              <a:srgbClr val="a4c2f4"/>
            </a:solidFill>
            <a:round/>
          </a:ln>
        </p:spPr>
      </p:cxnSp>
      <p:pic>
        <p:nvPicPr>
          <p:cNvPr id="54" name="Google Shape;44;p4" descr=""/>
          <p:cNvPicPr/>
          <p:nvPr/>
        </p:nvPicPr>
        <p:blipFill>
          <a:blip r:embed="rId3"/>
          <a:stretch/>
        </p:blipFill>
        <p:spPr>
          <a:xfrm>
            <a:off x="7095960" y="539640"/>
            <a:ext cx="1476720" cy="1320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5" name="Google Shape;45;p4"/>
          <p:cNvCxnSpPr/>
          <p:nvPr/>
        </p:nvCxnSpPr>
        <p:spPr>
          <a:xfrm flipV="1">
            <a:off x="8265600" y="2009520"/>
            <a:ext cx="360" cy="13622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56" name="Google Shape;46;p4"/>
          <p:cNvSpPr/>
          <p:nvPr/>
        </p:nvSpPr>
        <p:spPr>
          <a:xfrm>
            <a:off x="8059320" y="3571920"/>
            <a:ext cx="412920" cy="41292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 w="0">
            <a:noFill/>
          </a:ln>
          <a:effectLst>
            <a:outerShdw algn="bl" blurRad="343080" dir="794431" dist="18861" rotWithShape="0">
              <a:schemeClr val="accent3">
                <a:alpha val="81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file:///ppt/slides/slide39.xml" TargetMode="External"/><Relationship Id="rId2" Type="http://schemas.openxmlformats.org/officeDocument/2006/relationships/hyperlink" Target="file:///ppt/slides/slide36.xml" TargetMode="External"/><Relationship Id="rId3" Type="http://schemas.openxmlformats.org/officeDocument/2006/relationships/hyperlink" Target="file:///ppt/slides/slide35.xml" TargetMode="External"/><Relationship Id="rId4" Type="http://schemas.openxmlformats.org/officeDocument/2006/relationships/hyperlink" Target="file:///ppt/slides/slide34.xml" TargetMode="External"/><Relationship Id="rId5" Type="http://schemas.openxmlformats.org/officeDocument/2006/relationships/hyperlink" Target="file:///ppt/slides/slide39.xml" TargetMode="External"/><Relationship Id="rId6" Type="http://schemas.openxmlformats.org/officeDocument/2006/relationships/hyperlink" Target="file:///ppt/slides/slide41.xml" TargetMode="External"/><Relationship Id="rId7" Type="http://schemas.openxmlformats.org/officeDocument/2006/relationships/hyperlink" Target="file:///ppt/slides/slide47.xml" TargetMode="External"/><Relationship Id="rId8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file:///ppt/slides/slide39.xml" TargetMode="External"/><Relationship Id="rId2" Type="http://schemas.openxmlformats.org/officeDocument/2006/relationships/hyperlink" Target="file:///ppt/slides/slide36.xml" TargetMode="External"/><Relationship Id="rId3" Type="http://schemas.openxmlformats.org/officeDocument/2006/relationships/hyperlink" Target="file:///ppt/slides/slide35.xml" TargetMode="External"/><Relationship Id="rId4" Type="http://schemas.openxmlformats.org/officeDocument/2006/relationships/hyperlink" Target="file:///ppt/slides/slide34.xml" TargetMode="External"/><Relationship Id="rId5" Type="http://schemas.openxmlformats.org/officeDocument/2006/relationships/hyperlink" Target="file:///ppt/slides/slide39.xml" TargetMode="External"/><Relationship Id="rId6" Type="http://schemas.openxmlformats.org/officeDocument/2006/relationships/hyperlink" Target="file:///ppt/slides/slide41.xml" TargetMode="External"/><Relationship Id="rId7" Type="http://schemas.openxmlformats.org/officeDocument/2006/relationships/hyperlink" Target="file:///ppt/slides/slide47.xml" TargetMode="External"/><Relationship Id="rId8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886120" y="1114560"/>
            <a:ext cx="5543280" cy="2485800"/>
          </a:xfrm>
          <a:prstGeom prst="rect">
            <a:avLst/>
          </a:prstGeom>
          <a:noFill/>
          <a:ln w="0">
            <a:noFill/>
          </a:ln>
          <a:effectLst>
            <a:outerShdw dist="19080" dir="5400000" blurRad="34308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lt1"/>
                </a:solidFill>
                <a:effectLst/>
                <a:uFillTx/>
                <a:latin typeface="Darker Grotesque"/>
                <a:ea typeface="Darker Grotesque"/>
              </a:rPr>
              <a:t>Voltage 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7300" strike="noStrike" u="none">
                <a:solidFill>
                  <a:schemeClr val="lt1"/>
                </a:solidFill>
                <a:effectLst/>
                <a:uFillTx/>
                <a:latin typeface="Darker Grotesque"/>
                <a:ea typeface="Darker Grotesque"/>
              </a:rPr>
              <a:t>Regulators</a:t>
            </a:r>
            <a:endParaRPr b="0" lang="fr-FR" sz="7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2886120" y="3648240"/>
            <a:ext cx="5543280" cy="4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Ensuring stable and reliable power for electronic systems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Google Shape;496;p45"/>
          <p:cNvSpPr/>
          <p:nvPr/>
        </p:nvSpPr>
        <p:spPr>
          <a:xfrm>
            <a:off x="7000920" y="542880"/>
            <a:ext cx="159048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90520" bIns="290520" anchor="ctr">
            <a:normAutofit fontScale="250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25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11th grade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497;p45"/>
          <p:cNvSpPr/>
          <p:nvPr/>
        </p:nvSpPr>
        <p:spPr>
          <a:xfrm>
            <a:off x="7124760" y="2876400"/>
            <a:ext cx="409320" cy="4093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  <a:effectLst>
            <a:outerShdw algn="" blurRad="228600" dir="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70823080" rIns="870823080" tIns="204840" bIns="20484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Google Shape;498;p45"/>
          <p:cNvCxnSpPr/>
          <p:nvPr/>
        </p:nvCxnSpPr>
        <p:spPr>
          <a:xfrm flipH="1">
            <a:off x="5313600" y="3093480"/>
            <a:ext cx="16506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7714800" cy="571320"/>
          </a:xfrm>
          <a:prstGeom prst="rect">
            <a:avLst/>
          </a:prstGeom>
          <a:noFill/>
          <a:ln w="0">
            <a:noFill/>
          </a:ln>
          <a:effectLst>
            <a:outerShdw dist="18861" dir="3982237" blurRad="314280" rotWithShape="0">
              <a:srgbClr val="a4c2f4">
                <a:alpha val="99000"/>
              </a:srgbClr>
            </a:outerShdw>
          </a:effectLst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1"/>
                </a:solidFill>
                <a:effectLst/>
                <a:uFillTx/>
                <a:latin typeface="Darker Grotesque Medium"/>
                <a:ea typeface="Darker Grotesque Medium"/>
              </a:rPr>
              <a:t>Introduction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14240" y="1247760"/>
            <a:ext cx="7714800" cy="61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Voltage regulators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 maintain a constant output voltage despite input or load variations.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They are essential for protecting components, ensuring performance, and enabling reliable operation across power supplies, embedded systems, and portable devices.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" name=""/>
          <p:cNvGraphicFramePr/>
          <p:nvPr/>
        </p:nvGraphicFramePr>
        <p:xfrm>
          <a:off x="714240" y="1866960"/>
          <a:ext cx="7543440" cy="10507224960"/>
        </p:xfrm>
        <a:graphic>
          <a:graphicData uri="http://schemas.openxmlformats.org/drawingml/2006/table">
            <a:tbl>
              <a:tblPr/>
              <a:tblGrid>
                <a:gridCol w="2733480"/>
                <a:gridCol w="4809960"/>
              </a:tblGrid>
              <a:tr h="3520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1"/>
                        </a:rPr>
                        <a:t>Fonts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To view this template correctly in PowerPoint, download and install the fonts we used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2"/>
                        </a:rPr>
                        <a:t>Used </a:t>
                      </a:r>
                      <a:r>
                        <a:rPr b="1" lang="e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and </a:t>
                      </a: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3"/>
                        </a:rPr>
                        <a:t>alternative resources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 assortment of graphic resources that are suitable for use in this presentation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4"/>
                        </a:rPr>
                        <a:t>Thanks slide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You must keep it so that proper credits for our design are given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5"/>
                        </a:rPr>
                        <a:t>Colors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All the colors used in this presentation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6"/>
                        </a:rPr>
                        <a:t>Infographic resources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These can be used in the template, and their size and color can be edited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7"/>
                        </a:rPr>
                        <a:t>Customizable icons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They are sorted by theme so you can use them in all kinds of presentations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Google Shape;523;p47"/>
          <p:cNvSpPr/>
          <p:nvPr/>
        </p:nvSpPr>
        <p:spPr>
          <a:xfrm>
            <a:off x="1266840" y="4143240"/>
            <a:ext cx="299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28600" bIns="228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524;p47"/>
          <p:cNvSpPr/>
          <p:nvPr/>
        </p:nvSpPr>
        <p:spPr>
          <a:xfrm>
            <a:off x="4638600" y="4143240"/>
            <a:ext cx="323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28600" bIns="228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Google Shape;525;p47"/>
          <p:cNvCxnSpPr/>
          <p:nvPr/>
        </p:nvCxnSpPr>
        <p:spPr>
          <a:xfrm>
            <a:off x="7095600" y="539280"/>
            <a:ext cx="360" cy="1320840"/>
          </a:xfrm>
          <a:prstGeom prst="straightConnector1">
            <a:avLst/>
          </a:prstGeom>
          <a:ln w="9525">
            <a:solidFill>
              <a:srgbClr val="a4c2f4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857160" y="762120"/>
            <a:ext cx="19047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"/>
          <p:cNvSpPr/>
          <p:nvPr/>
        </p:nvSpPr>
        <p:spPr>
          <a:xfrm>
            <a:off x="85716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arker Grotesque Medium"/>
              </a:rPr>
              <a:t>Regulator Fundamentals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2" name="image6a0c2b90d3843" descr="image6a0c2b90d3845"/>
          <p:cNvPicPr/>
          <p:nvPr/>
        </p:nvPicPr>
        <p:blipFill>
          <a:blip r:embed="rId1"/>
          <a:stretch/>
        </p:blipFill>
        <p:spPr>
          <a:xfrm>
            <a:off x="5257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Darker Grotesque Medium"/>
              </a:rPr>
              <a:t>Definition &amp; Importance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A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voltage regulator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is a device that provides a stable output voltage.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Key roles: protect sensitive components, prevent malfunction from voltage swings, and enable predictable circuit behavior.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Stable supply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improves reliability and extends component lifespan.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857160" y="762120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Darker Grotesque Medium"/>
              </a:rPr>
              <a:t>Working Principles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"/>
          <p:cNvSpPr/>
          <p:nvPr/>
        </p:nvSpPr>
        <p:spPr>
          <a:xfrm>
            <a:off x="857160" y="1905120"/>
            <a:ext cx="32382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Regulators control output via input sensing and feedback loops.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Linear types adjust pass element; switching types use energy storage and switching to achieve higher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efficiency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Feedback monitors output and corrects deviations to maintain set voltage.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7" name="image6a0c2b90dbc22" descr="image6a0c2b90dbc24"/>
          <p:cNvPicPr/>
          <p:nvPr/>
        </p:nvPicPr>
        <p:blipFill>
          <a:blip r:embed="rId1"/>
          <a:stretch/>
        </p:blipFill>
        <p:spPr>
          <a:xfrm>
            <a:off x="5257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7714800" cy="571320"/>
          </a:xfrm>
          <a:prstGeom prst="rect">
            <a:avLst/>
          </a:prstGeom>
          <a:noFill/>
          <a:ln w="0">
            <a:noFill/>
          </a:ln>
          <a:effectLst>
            <a:outerShdw dist="18861" dir="3982237" blurRad="314280" rotWithShape="0">
              <a:srgbClr val="a4c2f4">
                <a:alpha val="99000"/>
              </a:srgbClr>
            </a:outerShdw>
          </a:effectLst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lt1"/>
                </a:solidFill>
                <a:effectLst/>
                <a:uFillTx/>
                <a:latin typeface="Darker Grotesque Medium"/>
                <a:ea typeface="Darker Grotesque Medium"/>
              </a:rPr>
              <a:t>Types Overview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14240" y="1247760"/>
            <a:ext cx="7714800" cy="61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Linear regulators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 provide low-noise, simple regulation (series and shunt variants).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Switching regulators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 include buck, boost, and buck‑boost topologies offering higher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efficiency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 at the cost of complexity.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Adjustable regulators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Barlow"/>
                <a:ea typeface="Barlow"/>
              </a:rPr>
              <a:t> allow settable output for flexible designs.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714240" y="1866960"/>
          <a:ext cx="7543440" cy="10507224960"/>
        </p:xfrm>
        <a:graphic>
          <a:graphicData uri="http://schemas.openxmlformats.org/drawingml/2006/table">
            <a:tbl>
              <a:tblPr/>
              <a:tblGrid>
                <a:gridCol w="2733480"/>
                <a:gridCol w="4809960"/>
              </a:tblGrid>
              <a:tr h="3520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1"/>
                        </a:rPr>
                        <a:t>Fonts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To view this template correctly in PowerPoint, download and install the fonts we used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2"/>
                        </a:rPr>
                        <a:t>Used </a:t>
                      </a:r>
                      <a:r>
                        <a:rPr b="1" lang="en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and </a:t>
                      </a: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3"/>
                        </a:rPr>
                        <a:t>alternative resources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 assortment of graphic resources that are suitable for use in this presentation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4"/>
                        </a:rPr>
                        <a:t>Thanks slide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You must keep it so that proper credits for our design are given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5"/>
                        </a:rPr>
                        <a:t>Colors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All the colors used in this presentation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6"/>
                        </a:rPr>
                        <a:t>Infographic resources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These can be used in the template, and their size and color can be edited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trike="noStrike" u="none">
                          <a:solidFill>
                            <a:schemeClr val="hlink"/>
                          </a:solidFill>
                          <a:effectLst/>
                          <a:uFillTx/>
                          <a:latin typeface="Arial"/>
                          <a:ea typeface="Arial"/>
                          <a:hlinkClick r:id="rId7"/>
                        </a:rPr>
                        <a:t>Customizable icons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870823080" rIns="870823080" tIns="870823080" bIns="870823080" anchor="t">
                      <a:noAutofit/>
                    </a:bodyPr>
                    <a:p>
                      <a:pPr marL="870823080"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They are sorted by theme so you can use them in all kinds of presentations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a:txBody>
                  <a:tcPr anchor="t" marL="870823080" marR="870823080" marT="870823080" marB="870823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1" name="Google Shape;523;p47"/>
          <p:cNvSpPr/>
          <p:nvPr/>
        </p:nvSpPr>
        <p:spPr>
          <a:xfrm>
            <a:off x="1266840" y="4143240"/>
            <a:ext cx="299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28600" bIns="228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524;p47"/>
          <p:cNvSpPr/>
          <p:nvPr/>
        </p:nvSpPr>
        <p:spPr>
          <a:xfrm>
            <a:off x="4638600" y="4143240"/>
            <a:ext cx="323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28600" bIns="228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Google Shape;525;p47"/>
          <p:cNvCxnSpPr/>
          <p:nvPr/>
        </p:nvCxnSpPr>
        <p:spPr>
          <a:xfrm>
            <a:off x="7095600" y="539280"/>
            <a:ext cx="360" cy="1320840"/>
          </a:xfrm>
          <a:prstGeom prst="straightConnector1">
            <a:avLst/>
          </a:prstGeom>
          <a:ln w="9525">
            <a:solidFill>
              <a:srgbClr val="a4c2f4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5048280" y="76212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"/>
          <p:cNvSpPr/>
          <p:nvPr/>
        </p:nvSpPr>
        <p:spPr>
          <a:xfrm>
            <a:off x="504828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arker Grotesque Medium"/>
              </a:rPr>
              <a:t>Applications &amp; Design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16" name="image6a0c2b90e3e3c" descr="image6a0c2b90e3e3d"/>
          <p:cNvPicPr/>
          <p:nvPr/>
        </p:nvPicPr>
        <p:blipFill>
          <a:blip r:embed="rId1"/>
          <a:stretch/>
        </p:blipFill>
        <p:spPr>
          <a:xfrm>
            <a:off x="685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5048280" y="762120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Darker Grotesque Medium"/>
              </a:rPr>
              <a:t>Practical Examples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"/>
          <p:cNvSpPr/>
          <p:nvPr/>
        </p:nvSpPr>
        <p:spPr>
          <a:xfrm>
            <a:off x="5048280" y="1905120"/>
            <a:ext cx="32382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Example: 7805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linear IC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powering logic from 9V with minimal components and simple filtering.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Example: Buck converter for battery-powered devices to maximize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battery life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while handling variable input.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19" name="image6a0c2b90ebcc4" descr="image6a0c2b90ebcc6"/>
          <p:cNvPicPr/>
          <p:nvPr/>
        </p:nvPicPr>
        <p:blipFill>
          <a:blip r:embed="rId1"/>
          <a:stretch/>
        </p:blipFill>
        <p:spPr>
          <a:xfrm>
            <a:off x="685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/>
          </p:nvPr>
        </p:nvSpPr>
        <p:spPr>
          <a:xfrm>
            <a:off x="723960" y="1704960"/>
            <a:ext cx="377172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Linear: simple, low noise, but dissipates heat and is less efficient.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Switching: high efficiency and small thermal footprint, yet requires inductors, filtering, and EMI control.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723960" y="542880"/>
            <a:ext cx="7705440" cy="571320"/>
          </a:xfrm>
          <a:prstGeom prst="rect">
            <a:avLst/>
          </a:prstGeom>
          <a:noFill/>
          <a:ln w="0">
            <a:noFill/>
          </a:ln>
          <a:effectLst>
            <a:outerShdw dist="37829" dir="4438782" blurRad="39060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accent2"/>
                </a:solidFill>
                <a:effectLst/>
                <a:uFillTx/>
                <a:latin typeface="Darker Grotesque Medium"/>
                <a:ea typeface="Darker Grotesque Medium"/>
              </a:rPr>
              <a:t>Advantages &amp; Tradeoffs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Darker Grotesque Medium"/>
              </a:rPr>
              <a:t>Modern Relevance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Critical in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renewable energy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inverters, IoT nodes, and portable electronics for reliable power management.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Design choices balance efficiency, size, cost, and EMI to meet contemporary device requirements.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/>
          </p:nvPr>
        </p:nvSpPr>
        <p:spPr>
          <a:xfrm>
            <a:off x="723960" y="1704960"/>
            <a:ext cx="377172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Stable voltage regulation is essential for reliable electronics operation and component protection.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Choose topology by prioritizing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efficiency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, thermal behavior, and system complexity to meet design goals.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723960" y="542880"/>
            <a:ext cx="7705440" cy="571320"/>
          </a:xfrm>
          <a:prstGeom prst="rect">
            <a:avLst/>
          </a:prstGeom>
          <a:noFill/>
          <a:ln w="0">
            <a:noFill/>
          </a:ln>
          <a:effectLst>
            <a:outerShdw dist="37829" dir="4438782" blurRad="39060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accent2"/>
                </a:solidFill>
                <a:effectLst/>
                <a:uFillTx/>
                <a:latin typeface="Darker Grotesque Medium"/>
                <a:ea typeface="Darker Grotesque Medium"/>
              </a:rPr>
              <a:t>Conclusions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85960" y="-48600"/>
            <a:ext cx="4276440" cy="2316600"/>
          </a:xfrm>
          <a:prstGeom prst="rect">
            <a:avLst/>
          </a:prstGeom>
          <a:noFill/>
          <a:ln w="0">
            <a:noFill/>
          </a:ln>
          <a:effectLst>
            <a:outerShdw dist="38160" dir="5400000" blurRad="442800" rotWithShape="0">
              <a:srgbClr val="a4c2f4">
                <a:alpha val="94000"/>
              </a:srgbClr>
            </a:outerShdw>
          </a:effectLst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000" strike="noStrike" u="none">
                <a:solidFill>
                  <a:schemeClr val="dk1"/>
                </a:solidFill>
                <a:effectLst/>
                <a:uFillTx/>
                <a:latin typeface="Darker Grotesque Medium"/>
                <a:ea typeface="Darker Grotesque Medium"/>
              </a:rPr>
              <a:t>Thanks!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1390680" y="1571760"/>
            <a:ext cx="3257280" cy="121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youremail@freepik.com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+91  620 421 88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yourcompany.com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" name="Google Shape;946;p78"/>
          <p:cNvSpPr/>
          <p:nvPr/>
        </p:nvSpPr>
        <p:spPr>
          <a:xfrm>
            <a:off x="1523880" y="4238640"/>
            <a:ext cx="2999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81640" bIns="-2681640" anchor="ctr">
            <a:sp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9" name="Google Shape;947;p78"/>
          <p:cNvGrpSpPr/>
          <p:nvPr/>
        </p:nvGrpSpPr>
        <p:grpSpPr>
          <a:xfrm>
            <a:off x="2816640" y="2923560"/>
            <a:ext cx="416520" cy="416160"/>
            <a:chOff x="2816640" y="2923560"/>
            <a:chExt cx="416520" cy="416160"/>
          </a:xfrm>
        </p:grpSpPr>
        <p:sp>
          <p:nvSpPr>
            <p:cNvPr id="130" name="Google Shape;948;p78"/>
            <p:cNvSpPr/>
            <p:nvPr/>
          </p:nvSpPr>
          <p:spPr>
            <a:xfrm>
              <a:off x="2816640" y="2923560"/>
              <a:ext cx="416520" cy="416160"/>
            </a:xfrm>
            <a:custGeom>
              <a:avLst/>
              <a:gdLst>
                <a:gd name="textAreaLeft" fmla="*/ 0 w 416520"/>
                <a:gd name="textAreaRight" fmla="*/ 416880 w 416520"/>
                <a:gd name="textAreaTop" fmla="*/ 0 h 416160"/>
                <a:gd name="textAreaBottom" fmla="*/ 416520 h 41616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949;p78"/>
            <p:cNvSpPr/>
            <p:nvPr/>
          </p:nvSpPr>
          <p:spPr>
            <a:xfrm>
              <a:off x="2894760" y="3002040"/>
              <a:ext cx="259200" cy="259200"/>
            </a:xfrm>
            <a:custGeom>
              <a:avLst/>
              <a:gdLst>
                <a:gd name="textAreaLeft" fmla="*/ 0 w 259200"/>
                <a:gd name="textAreaRight" fmla="*/ 259560 w 259200"/>
                <a:gd name="textAreaTop" fmla="*/ 0 h 259200"/>
                <a:gd name="textAreaBottom" fmla="*/ 259560 h 25920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950;p78"/>
            <p:cNvSpPr/>
            <p:nvPr/>
          </p:nvSpPr>
          <p:spPr>
            <a:xfrm>
              <a:off x="2954880" y="3063600"/>
              <a:ext cx="137880" cy="135360"/>
            </a:xfrm>
            <a:custGeom>
              <a:avLst/>
              <a:gdLst>
                <a:gd name="textAreaLeft" fmla="*/ 0 w 137880"/>
                <a:gd name="textAreaRight" fmla="*/ 138240 w 13788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951;p78"/>
            <p:cNvSpPr/>
            <p:nvPr/>
          </p:nvSpPr>
          <p:spPr>
            <a:xfrm>
              <a:off x="3076920" y="3035520"/>
              <a:ext cx="35280" cy="3492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" name="Google Shape;952;p78"/>
          <p:cNvGrpSpPr/>
          <p:nvPr/>
        </p:nvGrpSpPr>
        <p:grpSpPr>
          <a:xfrm>
            <a:off x="3397320" y="2923560"/>
            <a:ext cx="416160" cy="416160"/>
            <a:chOff x="3397320" y="2923560"/>
            <a:chExt cx="416160" cy="416160"/>
          </a:xfrm>
        </p:grpSpPr>
        <p:sp>
          <p:nvSpPr>
            <p:cNvPr id="135" name="Google Shape;953;p78"/>
            <p:cNvSpPr/>
            <p:nvPr/>
          </p:nvSpPr>
          <p:spPr>
            <a:xfrm>
              <a:off x="3397320" y="2923560"/>
              <a:ext cx="416160" cy="416160"/>
            </a:xfrm>
            <a:custGeom>
              <a:avLst/>
              <a:gdLst>
                <a:gd name="textAreaLeft" fmla="*/ 0 w 416160"/>
                <a:gd name="textAreaRight" fmla="*/ 416520 w 416160"/>
                <a:gd name="textAreaTop" fmla="*/ 0 h 416160"/>
                <a:gd name="textAreaBottom" fmla="*/ 416520 h 416160"/>
              </a:gdLst>
              <a:ahLst/>
              <a:cxnLst/>
              <a:rect l="textAreaLeft" t="textAreaTop" r="textAreaRight" b="textAreaBottom"/>
              <a:pathLst>
                <a:path w="10859" h="1086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954;p78"/>
            <p:cNvSpPr/>
            <p:nvPr/>
          </p:nvSpPr>
          <p:spPr>
            <a:xfrm>
              <a:off x="3446640" y="3011400"/>
              <a:ext cx="316080" cy="240840"/>
            </a:xfrm>
            <a:custGeom>
              <a:avLst/>
              <a:gdLst>
                <a:gd name="textAreaLeft" fmla="*/ 0 w 316080"/>
                <a:gd name="textAreaRight" fmla="*/ 316440 w 316080"/>
                <a:gd name="textAreaTop" fmla="*/ 0 h 240840"/>
                <a:gd name="textAreaBottom" fmla="*/ 241200 h 240840"/>
              </a:gdLst>
              <a:ahLst/>
              <a:cxnLst/>
              <a:rect l="textAreaLeft" t="textAreaTop" r="textAreaRight" b="textAreaBottom"/>
              <a:pathLst>
                <a:path w="8252" h="6285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955;p78"/>
            <p:cNvSpPr/>
            <p:nvPr/>
          </p:nvSpPr>
          <p:spPr>
            <a:xfrm>
              <a:off x="3555000" y="3065400"/>
              <a:ext cx="126720" cy="1328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132840"/>
                <a:gd name="textAreaBottom" fmla="*/ 133200 h 132840"/>
              </a:gdLst>
              <a:ahLst/>
              <a:cxnLst/>
              <a:rect l="textAreaLeft" t="textAreaTop" r="textAreaRight" b="textAreaBottom"/>
              <a:pathLst>
                <a:path w="3311" h="3472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8" name="Google Shape;956;p78"/>
          <p:cNvSpPr/>
          <p:nvPr/>
        </p:nvSpPr>
        <p:spPr>
          <a:xfrm>
            <a:off x="2236320" y="2923200"/>
            <a:ext cx="416160" cy="416520"/>
          </a:xfrm>
          <a:custGeom>
            <a:avLst/>
            <a:gdLst>
              <a:gd name="textAreaLeft" fmla="*/ 0 w 416160"/>
              <a:gd name="textAreaRight" fmla="*/ 416520 w 416160"/>
              <a:gd name="textAreaTop" fmla="*/ 0 h 416520"/>
              <a:gd name="textAreaBottom" fmla="*/ 416880 h 41652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cience Subject for High School - 11th Grade: Waves and Sound by Slidesgo">
  <a:themeElements>
    <a:clrScheme name="Simple Light">
      <a:dk1>
        <a:srgbClr val="ffffff"/>
      </a:dk1>
      <a:lt1>
        <a:srgbClr val="ffffff"/>
      </a:lt1>
      <a:dk2>
        <a:srgbClr val="212121"/>
      </a:dk2>
      <a:lt2>
        <a:srgbClr val="ffffff"/>
      </a:lt2>
      <a:accent1>
        <a:srgbClr val="ffffff"/>
      </a:accent1>
      <a:accent2>
        <a:srgbClr val="ffffff"/>
      </a:accent2>
      <a:accent3>
        <a:srgbClr val="a4c2f4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Subject for High School - 11th Grade: Waves and Sound by Slidesgo">
  <a:themeElements>
    <a:clrScheme name="Simple Light">
      <a:dk1>
        <a:srgbClr val="ffffff"/>
      </a:dk1>
      <a:lt1>
        <a:srgbClr val="ffffff"/>
      </a:lt1>
      <a:dk2>
        <a:srgbClr val="212121"/>
      </a:dk2>
      <a:lt2>
        <a:srgbClr val="ffffff"/>
      </a:lt2>
      <a:accent1>
        <a:srgbClr val="ffffff"/>
      </a:accent1>
      <a:accent2>
        <a:srgbClr val="ffffff"/>
      </a:accent2>
      <a:accent3>
        <a:srgbClr val="a4c2f4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2026-05-19T09:21:20Z</dcterms:created>
  <dc:creator>Unknown Creator</dc:creator>
  <dc:description/>
  <dc:language>en-US</dc:language>
  <cp:lastModifiedBy>Unknown Creator</cp:lastModifiedBy>
  <dcterms:modified xsi:type="dcterms:W3CDTF">2026-05-19T09:21:20Z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